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1" r:id="rId5"/>
  </p:sldMasterIdLst>
  <p:sldIdLst>
    <p:sldId id="256" r:id="rId6"/>
    <p:sldId id="290" r:id="rId7"/>
    <p:sldId id="257" r:id="rId8"/>
    <p:sldId id="258" r:id="rId9"/>
    <p:sldId id="259" r:id="rId10"/>
    <p:sldId id="260" r:id="rId11"/>
    <p:sldId id="261" r:id="rId12"/>
    <p:sldId id="262" r:id="rId13"/>
    <p:sldId id="264" r:id="rId14"/>
    <p:sldId id="265" r:id="rId15"/>
    <p:sldId id="266" r:id="rId16"/>
    <p:sldId id="288" r:id="rId17"/>
    <p:sldId id="267" r:id="rId18"/>
    <p:sldId id="268" r:id="rId19"/>
    <p:sldId id="269" r:id="rId20"/>
    <p:sldId id="270" r:id="rId21"/>
    <p:sldId id="263" r:id="rId22"/>
    <p:sldId id="271" r:id="rId23"/>
    <p:sldId id="272" r:id="rId24"/>
    <p:sldId id="273" r:id="rId25"/>
    <p:sldId id="274" r:id="rId26"/>
    <p:sldId id="275" r:id="rId27"/>
    <p:sldId id="287" r:id="rId28"/>
    <p:sldId id="289" r:id="rId29"/>
    <p:sldId id="302" r:id="rId30"/>
    <p:sldId id="303" r:id="rId31"/>
    <p:sldId id="291" r:id="rId32"/>
    <p:sldId id="304" r:id="rId33"/>
    <p:sldId id="293" r:id="rId34"/>
    <p:sldId id="294" r:id="rId35"/>
    <p:sldId id="305" r:id="rId36"/>
    <p:sldId id="292" r:id="rId37"/>
    <p:sldId id="297" r:id="rId38"/>
    <p:sldId id="298" r:id="rId39"/>
    <p:sldId id="299" r:id="rId40"/>
    <p:sldId id="300" r:id="rId41"/>
    <p:sldId id="301" r:id="rId42"/>
    <p:sldId id="295" r:id="rId43"/>
    <p:sldId id="296" r:id="rId44"/>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8" autoAdjust="0"/>
    <p:restoredTop sz="91639" autoAdjust="0"/>
  </p:normalViewPr>
  <p:slideViewPr>
    <p:cSldViewPr snapToGrid="0">
      <p:cViewPr varScale="1">
        <p:scale>
          <a:sx n="71" d="100"/>
          <a:sy n="71" d="100"/>
        </p:scale>
        <p:origin x="66" y="172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resentatie">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Tijdelijke aanduiding voor tekst 11">
            <a:extLst>
              <a:ext uri="{FF2B5EF4-FFF2-40B4-BE49-F238E27FC236}">
                <a16:creationId xmlns:a16="http://schemas.microsoft.com/office/drawing/2014/main" id="{A489C754-9792-694A-811D-5E07DC627E59}"/>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78" name="Graphic 2">
            <a:extLst>
              <a:ext uri="{FF2B5EF4-FFF2-40B4-BE49-F238E27FC236}">
                <a16:creationId xmlns:a16="http://schemas.microsoft.com/office/drawing/2014/main" id="{9B710E20-DC3F-8F45-A47B-E52FF60B3DFB}"/>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56F491A3-A800-B442-92B6-A06166A05884}"/>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09189771-1FCC-9E46-81F5-BB02B62C8EBF}"/>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1C1AB439-AA8B-3C46-8D59-E9716F19684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ECAAEF93-C515-F14D-A943-6A791474C0AE}"/>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A20EC821-7480-AC4E-B82A-CE8949EBB27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8C8FDC8A-69AC-5D48-8D2C-ADEA15F8D91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593BCAC8-7B6F-FC41-9768-63619692EFBB}"/>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0038E545-757D-5C49-BC07-E58386D1A3C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8801C5D5-8413-E443-877B-380DBC72FA0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CC7DB41B-25CD-5142-87B6-432044741FE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F196AB3F-753D-8A46-9137-B8E508E4F9F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664A65A6-4272-2A47-A74D-F545E18468AB}"/>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F2DED663-FEFE-3347-9443-D152987A338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59639624-8650-5144-A1A2-8B64FCF171AC}"/>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D95EB69F-13CA-6447-9CEA-D5C2C053105D}"/>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FB45C4D-F702-B844-9E09-373CD6F558B9}"/>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26E95158-90C4-1A46-81B2-3586F3453DC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97" name="Tijdelijke aanduiding voor afbeelding 96">
            <a:extLst>
              <a:ext uri="{FF2B5EF4-FFF2-40B4-BE49-F238E27FC236}">
                <a16:creationId xmlns:a16="http://schemas.microsoft.com/office/drawing/2014/main" id="{497EE930-293A-A544-8691-76C640B5BFB8}"/>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en-US"/>
              <a:t>Click icon to add picture</a:t>
            </a:r>
            <a:endParaRPr lang="nl-NL"/>
          </a:p>
        </p:txBody>
      </p:sp>
    </p:spTree>
    <p:extLst>
      <p:ext uri="{BB962C8B-B14F-4D97-AF65-F5344CB8AC3E}">
        <p14:creationId xmlns:p14="http://schemas.microsoft.com/office/powerpoint/2010/main" val="39453810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resentatie Logo">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ijdelijke aanduiding voor tekst 11">
            <a:extLst>
              <a:ext uri="{FF2B5EF4-FFF2-40B4-BE49-F238E27FC236}">
                <a16:creationId xmlns:a16="http://schemas.microsoft.com/office/drawing/2014/main" id="{F2FC2839-60EF-284B-AC91-1CD75609C1F2}"/>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p:spPr>
        <p:txBody>
          <a:bodyPr/>
          <a:lstStyle>
            <a:lvl1pPr>
              <a:defRPr/>
            </a:lvl1pPr>
          </a:lstStyle>
          <a:p>
            <a:r>
              <a:rPr lang="nl-BE"/>
              <a:t>Logo</a:t>
            </a:r>
          </a:p>
        </p:txBody>
      </p:sp>
      <p:grpSp>
        <p:nvGrpSpPr>
          <p:cNvPr id="150" name="Graphic 2">
            <a:extLst>
              <a:ext uri="{FF2B5EF4-FFF2-40B4-BE49-F238E27FC236}">
                <a16:creationId xmlns:a16="http://schemas.microsoft.com/office/drawing/2014/main" id="{DA5FB2E2-47FF-E643-9D5F-5D9C23A85832}"/>
              </a:ext>
            </a:extLst>
          </p:cNvPr>
          <p:cNvGrpSpPr>
            <a:grpSpLocks noChangeAspect="1"/>
          </p:cNvGrpSpPr>
          <p:nvPr userDrawn="1"/>
        </p:nvGrpSpPr>
        <p:grpSpPr>
          <a:xfrm>
            <a:off x="8369357" y="1642969"/>
            <a:ext cx="2200031" cy="787216"/>
            <a:chOff x="-1597345" y="233060"/>
            <a:chExt cx="9980364" cy="3571175"/>
          </a:xfrm>
        </p:grpSpPr>
        <p:sp>
          <p:nvSpPr>
            <p:cNvPr id="153" name="Vrije vorm 152">
              <a:extLst>
                <a:ext uri="{FF2B5EF4-FFF2-40B4-BE49-F238E27FC236}">
                  <a16:creationId xmlns:a16="http://schemas.microsoft.com/office/drawing/2014/main" id="{09BF2DD4-75EA-604F-8CC6-83467FB057C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D0EB359C-EB38-A14D-B1E4-95CF3C44067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A724E317-3BCA-C148-A6E9-7D5BEFA15131}"/>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6" name="Graphic 2">
              <a:extLst>
                <a:ext uri="{FF2B5EF4-FFF2-40B4-BE49-F238E27FC236}">
                  <a16:creationId xmlns:a16="http://schemas.microsoft.com/office/drawing/2014/main" id="{3559CEAB-8800-6244-88D1-007EFC64665C}"/>
                </a:ext>
              </a:extLst>
            </p:cNvPr>
            <p:cNvGrpSpPr/>
            <p:nvPr/>
          </p:nvGrpSpPr>
          <p:grpSpPr>
            <a:xfrm>
              <a:off x="184698" y="233060"/>
              <a:ext cx="8198320" cy="3571175"/>
              <a:chOff x="184698" y="233060"/>
              <a:chExt cx="8198320" cy="3571175"/>
            </a:xfrm>
          </p:grpSpPr>
          <p:sp>
            <p:nvSpPr>
              <p:cNvPr id="157" name="Vrije vorm 156">
                <a:extLst>
                  <a:ext uri="{FF2B5EF4-FFF2-40B4-BE49-F238E27FC236}">
                    <a16:creationId xmlns:a16="http://schemas.microsoft.com/office/drawing/2014/main" id="{93DD1B97-22CD-8F48-BF9E-45A9C58C0EDF}"/>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FAF75190-27DE-2048-A051-D6F488EDC94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52E3EA11-BF0D-CB4E-BCDA-BD313E0773E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7176DD78-4C9C-7749-AC07-7041DFB5BDD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FBE452A8-87DE-1740-B7E8-D10E9C6260B4}"/>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9938BA63-743B-6C4D-B945-418BD95810A6}"/>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267C19F6-FEC5-6749-904C-3FE31071E83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01506626-3342-6442-BC11-5B69FFF0122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48A52402-2907-BB45-A78E-26A1349CEED3}"/>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77E6327B-F8B2-7F45-883E-CB545BE4E2FE}"/>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2C7298A1-C609-C045-B5A9-EF35CEF5FEB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5D554C2F-7CEE-754A-A31D-CE1009D353E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CC924B8C-0349-424B-8174-79306F2DF52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0" name="Tijdelijke aanduiding voor afbeelding 169">
            <a:extLst>
              <a:ext uri="{FF2B5EF4-FFF2-40B4-BE49-F238E27FC236}">
                <a16:creationId xmlns:a16="http://schemas.microsoft.com/office/drawing/2014/main" id="{D03E53CE-F9B6-0841-B4F9-8C7BE58A09C6}"/>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en-US"/>
              <a:t>Click icon to add picture</a:t>
            </a:r>
            <a:endParaRPr lang="nl-NL"/>
          </a:p>
        </p:txBody>
      </p:sp>
    </p:spTree>
    <p:extLst>
      <p:ext uri="{BB962C8B-B14F-4D97-AF65-F5344CB8AC3E}">
        <p14:creationId xmlns:p14="http://schemas.microsoft.com/office/powerpoint/2010/main" val="1900102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streepte Start Presentatie">
    <p:spTree>
      <p:nvGrpSpPr>
        <p:cNvPr id="1" name=""/>
        <p:cNvGrpSpPr/>
        <p:nvPr/>
      </p:nvGrpSpPr>
      <p:grpSpPr>
        <a:xfrm>
          <a:off x="0" y="0"/>
          <a:ext cx="0" cy="0"/>
          <a:chOff x="0" y="0"/>
          <a:chExt cx="0" cy="0"/>
        </a:xfrm>
      </p:grpSpPr>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Tijdelijke aanduiding voor tekst 11">
            <a:extLst>
              <a:ext uri="{FF2B5EF4-FFF2-40B4-BE49-F238E27FC236}">
                <a16:creationId xmlns:a16="http://schemas.microsoft.com/office/drawing/2014/main" id="{2B52A7AB-F943-0C47-9B82-D1800C788947}"/>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
        <p:nvSpPr>
          <p:cNvPr id="102" name="Tijdelijke aanduiding voor afbeelding 101">
            <a:extLst>
              <a:ext uri="{FF2B5EF4-FFF2-40B4-BE49-F238E27FC236}">
                <a16:creationId xmlns:a16="http://schemas.microsoft.com/office/drawing/2014/main" id="{6E47A13D-EE40-1E4F-9AAC-A2EBB5116113}"/>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en-US"/>
              <a:t>Click icon to add picture</a:t>
            </a:r>
            <a:endParaRPr lang="nl-NL"/>
          </a:p>
        </p:txBody>
      </p:sp>
      <p:sp>
        <p:nvSpPr>
          <p:cNvPr id="103" name="Vrije vorm 102">
            <a:extLst>
              <a:ext uri="{FF2B5EF4-FFF2-40B4-BE49-F238E27FC236}">
                <a16:creationId xmlns:a16="http://schemas.microsoft.com/office/drawing/2014/main" id="{43CBA2BB-46D0-B540-97E6-7885A1F286CD}"/>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grpSp>
        <p:nvGrpSpPr>
          <p:cNvPr id="104" name="Graphic 2">
            <a:extLst>
              <a:ext uri="{FF2B5EF4-FFF2-40B4-BE49-F238E27FC236}">
                <a16:creationId xmlns:a16="http://schemas.microsoft.com/office/drawing/2014/main" id="{1CCB52D5-BD38-9E48-9B47-893F29CB2F93}"/>
              </a:ext>
            </a:extLst>
          </p:cNvPr>
          <p:cNvGrpSpPr>
            <a:grpSpLocks noChangeAspect="1"/>
          </p:cNvGrpSpPr>
          <p:nvPr userDrawn="1"/>
        </p:nvGrpSpPr>
        <p:grpSpPr>
          <a:xfrm>
            <a:off x="8369357" y="1642969"/>
            <a:ext cx="2200031" cy="787216"/>
            <a:chOff x="-1597345" y="233060"/>
            <a:chExt cx="9980364" cy="3571175"/>
          </a:xfrm>
        </p:grpSpPr>
        <p:sp>
          <p:nvSpPr>
            <p:cNvPr id="105" name="Vrije vorm 104">
              <a:extLst>
                <a:ext uri="{FF2B5EF4-FFF2-40B4-BE49-F238E27FC236}">
                  <a16:creationId xmlns:a16="http://schemas.microsoft.com/office/drawing/2014/main" id="{690E221A-1F2D-0E46-80AF-FDAAE9990875}"/>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4D51F433-92D9-C347-8384-6DF1C3C9F71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0055B1C1-4B50-5442-BEB0-9BBE4F1238E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08" name="Graphic 2">
              <a:extLst>
                <a:ext uri="{FF2B5EF4-FFF2-40B4-BE49-F238E27FC236}">
                  <a16:creationId xmlns:a16="http://schemas.microsoft.com/office/drawing/2014/main" id="{B1FBE339-158F-4249-8C35-E33504452E7B}"/>
                </a:ext>
              </a:extLst>
            </p:cNvPr>
            <p:cNvGrpSpPr/>
            <p:nvPr/>
          </p:nvGrpSpPr>
          <p:grpSpPr>
            <a:xfrm>
              <a:off x="184698" y="233060"/>
              <a:ext cx="8198320" cy="3571175"/>
              <a:chOff x="184698" y="233060"/>
              <a:chExt cx="8198320" cy="3571175"/>
            </a:xfrm>
          </p:grpSpPr>
          <p:sp>
            <p:nvSpPr>
              <p:cNvPr id="109" name="Vrije vorm 108">
                <a:extLst>
                  <a:ext uri="{FF2B5EF4-FFF2-40B4-BE49-F238E27FC236}">
                    <a16:creationId xmlns:a16="http://schemas.microsoft.com/office/drawing/2014/main" id="{99DEA72B-629D-C64A-AA31-F72BC90C374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55B7E69C-9D78-B54D-80BF-4EA7ABBAAB2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1" name="Vrije vorm 110">
                <a:extLst>
                  <a:ext uri="{FF2B5EF4-FFF2-40B4-BE49-F238E27FC236}">
                    <a16:creationId xmlns:a16="http://schemas.microsoft.com/office/drawing/2014/main" id="{E04D6D82-D3D4-3E4C-AB34-76594BACF567}"/>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12" name="Vrije vorm 111">
                <a:extLst>
                  <a:ext uri="{FF2B5EF4-FFF2-40B4-BE49-F238E27FC236}">
                    <a16:creationId xmlns:a16="http://schemas.microsoft.com/office/drawing/2014/main" id="{4F71DFE8-7506-0444-85C6-49D354CB0AF7}"/>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13" name="Vrije vorm 112">
                <a:extLst>
                  <a:ext uri="{FF2B5EF4-FFF2-40B4-BE49-F238E27FC236}">
                    <a16:creationId xmlns:a16="http://schemas.microsoft.com/office/drawing/2014/main" id="{EEC31025-DEC9-6A4D-9A5A-8B8C20972AE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34C44B21-A12B-7D44-8A31-23DA9C9AB84A}"/>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1431AC40-D87D-1B44-AB52-47F7DC8A997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6E7CE45D-CB37-E846-98A0-8995FCED16F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17" name="Vrije vorm 116">
                <a:extLst>
                  <a:ext uri="{FF2B5EF4-FFF2-40B4-BE49-F238E27FC236}">
                    <a16:creationId xmlns:a16="http://schemas.microsoft.com/office/drawing/2014/main" id="{97676E73-DFEB-FD4C-81AD-3630FD398A29}"/>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D23C9D04-59AB-314E-A210-912F2515E63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624B2879-CC6C-7149-A27B-2443295E43B2}"/>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BCD4FAC0-8AFC-D346-B9C2-6D97295D4E0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18F39F3C-A08A-2C41-B865-8918DC45E99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63522259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streepte Start Logo">
    <p:spTree>
      <p:nvGrpSpPr>
        <p:cNvPr id="1" name=""/>
        <p:cNvGrpSpPr/>
        <p:nvPr/>
      </p:nvGrpSpPr>
      <p:grpSpPr>
        <a:xfrm>
          <a:off x="0" y="0"/>
          <a:ext cx="0" cy="0"/>
          <a:chOff x="0" y="0"/>
          <a:chExt cx="0" cy="0"/>
        </a:xfrm>
      </p:grpSpPr>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p:spPr>
        <p:txBody>
          <a:bodyPr/>
          <a:lstStyle>
            <a:lvl1pPr>
              <a:defRPr/>
            </a:lvl1pPr>
          </a:lstStyle>
          <a:p>
            <a:r>
              <a:rPr lang="nl-BE"/>
              <a:t>Logo</a:t>
            </a:r>
          </a:p>
        </p:txBody>
      </p:sp>
      <p:sp>
        <p:nvSpPr>
          <p:cNvPr id="178" name="Tijdelijke aanduiding voor afbeelding 177">
            <a:extLst>
              <a:ext uri="{FF2B5EF4-FFF2-40B4-BE49-F238E27FC236}">
                <a16:creationId xmlns:a16="http://schemas.microsoft.com/office/drawing/2014/main" id="{6C4C6427-7D56-6144-9A81-6FAB7D0DC992}"/>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en-US"/>
              <a:t>Click icon to add picture</a:t>
            </a:r>
            <a:endParaRPr lang="nl-NL"/>
          </a:p>
        </p:txBody>
      </p:sp>
      <p:sp>
        <p:nvSpPr>
          <p:cNvPr id="179" name="Vrije vorm 178">
            <a:extLst>
              <a:ext uri="{FF2B5EF4-FFF2-40B4-BE49-F238E27FC236}">
                <a16:creationId xmlns:a16="http://schemas.microsoft.com/office/drawing/2014/main" id="{24531E9B-6F49-B54F-A84E-DBA96E7C1504}"/>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grpSp>
        <p:nvGrpSpPr>
          <p:cNvPr id="180" name="Graphic 2">
            <a:extLst>
              <a:ext uri="{FF2B5EF4-FFF2-40B4-BE49-F238E27FC236}">
                <a16:creationId xmlns:a16="http://schemas.microsoft.com/office/drawing/2014/main" id="{5288BBA4-ABAC-BC42-ACD3-28371F507342}"/>
              </a:ext>
            </a:extLst>
          </p:cNvPr>
          <p:cNvGrpSpPr>
            <a:grpSpLocks noChangeAspect="1"/>
          </p:cNvGrpSpPr>
          <p:nvPr userDrawn="1"/>
        </p:nvGrpSpPr>
        <p:grpSpPr>
          <a:xfrm>
            <a:off x="8369357" y="1642969"/>
            <a:ext cx="2200031" cy="787216"/>
            <a:chOff x="-1597345" y="233060"/>
            <a:chExt cx="9980364" cy="3571175"/>
          </a:xfrm>
        </p:grpSpPr>
        <p:sp>
          <p:nvSpPr>
            <p:cNvPr id="181" name="Vrije vorm 180">
              <a:extLst>
                <a:ext uri="{FF2B5EF4-FFF2-40B4-BE49-F238E27FC236}">
                  <a16:creationId xmlns:a16="http://schemas.microsoft.com/office/drawing/2014/main" id="{F58DE2A2-059E-424E-BF5F-719209A4961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82" name="Vrije vorm 181">
              <a:extLst>
                <a:ext uri="{FF2B5EF4-FFF2-40B4-BE49-F238E27FC236}">
                  <a16:creationId xmlns:a16="http://schemas.microsoft.com/office/drawing/2014/main" id="{A03646CF-519A-A641-AAF5-5D13895E181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83" name="Vrije vorm 182">
              <a:extLst>
                <a:ext uri="{FF2B5EF4-FFF2-40B4-BE49-F238E27FC236}">
                  <a16:creationId xmlns:a16="http://schemas.microsoft.com/office/drawing/2014/main" id="{71822E4C-F62A-BA41-9B41-8AE404AE3BA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84" name="Graphic 2">
              <a:extLst>
                <a:ext uri="{FF2B5EF4-FFF2-40B4-BE49-F238E27FC236}">
                  <a16:creationId xmlns:a16="http://schemas.microsoft.com/office/drawing/2014/main" id="{952367E2-4A18-BC44-BBFD-4DCC74C408F6}"/>
                </a:ext>
              </a:extLst>
            </p:cNvPr>
            <p:cNvGrpSpPr/>
            <p:nvPr/>
          </p:nvGrpSpPr>
          <p:grpSpPr>
            <a:xfrm>
              <a:off x="184698" y="233060"/>
              <a:ext cx="8198320" cy="3571175"/>
              <a:chOff x="184698" y="233060"/>
              <a:chExt cx="8198320" cy="3571175"/>
            </a:xfrm>
          </p:grpSpPr>
          <p:sp>
            <p:nvSpPr>
              <p:cNvPr id="185" name="Vrije vorm 184">
                <a:extLst>
                  <a:ext uri="{FF2B5EF4-FFF2-40B4-BE49-F238E27FC236}">
                    <a16:creationId xmlns:a16="http://schemas.microsoft.com/office/drawing/2014/main" id="{D6A53FF3-51C8-A745-8F0C-2B9E07A56B2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86" name="Vrije vorm 185">
                <a:extLst>
                  <a:ext uri="{FF2B5EF4-FFF2-40B4-BE49-F238E27FC236}">
                    <a16:creationId xmlns:a16="http://schemas.microsoft.com/office/drawing/2014/main" id="{4052DAE7-F629-FB4E-B7AF-93605DE32D10}"/>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87" name="Vrije vorm 186">
                <a:extLst>
                  <a:ext uri="{FF2B5EF4-FFF2-40B4-BE49-F238E27FC236}">
                    <a16:creationId xmlns:a16="http://schemas.microsoft.com/office/drawing/2014/main" id="{FFFFF798-AF23-1948-A149-4A17DD6C9CB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88" name="Vrije vorm 187">
                <a:extLst>
                  <a:ext uri="{FF2B5EF4-FFF2-40B4-BE49-F238E27FC236}">
                    <a16:creationId xmlns:a16="http://schemas.microsoft.com/office/drawing/2014/main" id="{9A806D4E-A295-AD4D-B720-5558E72ED21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89" name="Vrije vorm 188">
                <a:extLst>
                  <a:ext uri="{FF2B5EF4-FFF2-40B4-BE49-F238E27FC236}">
                    <a16:creationId xmlns:a16="http://schemas.microsoft.com/office/drawing/2014/main" id="{DA2D7531-4A20-4840-A962-6CA884580326}"/>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90" name="Vrije vorm 189">
                <a:extLst>
                  <a:ext uri="{FF2B5EF4-FFF2-40B4-BE49-F238E27FC236}">
                    <a16:creationId xmlns:a16="http://schemas.microsoft.com/office/drawing/2014/main" id="{FD51D53C-2A79-5847-9EA1-C366CA437D1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91" name="Vrije vorm 190">
                <a:extLst>
                  <a:ext uri="{FF2B5EF4-FFF2-40B4-BE49-F238E27FC236}">
                    <a16:creationId xmlns:a16="http://schemas.microsoft.com/office/drawing/2014/main" id="{21CF243B-1550-9342-B677-A0C3C741620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92" name="Vrije vorm 191">
                <a:extLst>
                  <a:ext uri="{FF2B5EF4-FFF2-40B4-BE49-F238E27FC236}">
                    <a16:creationId xmlns:a16="http://schemas.microsoft.com/office/drawing/2014/main" id="{C1A0D11F-42D2-6D46-8020-E8A82FD56115}"/>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93" name="Vrije vorm 192">
                <a:extLst>
                  <a:ext uri="{FF2B5EF4-FFF2-40B4-BE49-F238E27FC236}">
                    <a16:creationId xmlns:a16="http://schemas.microsoft.com/office/drawing/2014/main" id="{AB08E770-0FFD-7C40-83BB-312F5E709EEA}"/>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94" name="Vrije vorm 193">
                <a:extLst>
                  <a:ext uri="{FF2B5EF4-FFF2-40B4-BE49-F238E27FC236}">
                    <a16:creationId xmlns:a16="http://schemas.microsoft.com/office/drawing/2014/main" id="{7F2B96A6-FF69-A047-9517-056BA80A06E8}"/>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95" name="Vrije vorm 194">
                <a:extLst>
                  <a:ext uri="{FF2B5EF4-FFF2-40B4-BE49-F238E27FC236}">
                    <a16:creationId xmlns:a16="http://schemas.microsoft.com/office/drawing/2014/main" id="{9566B50E-10C4-9441-9B2C-27351B0A20F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96" name="Vrije vorm 195">
                <a:extLst>
                  <a:ext uri="{FF2B5EF4-FFF2-40B4-BE49-F238E27FC236}">
                    <a16:creationId xmlns:a16="http://schemas.microsoft.com/office/drawing/2014/main" id="{E416E8D1-5BCE-BA49-B369-2A4029313D4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97" name="Vrije vorm 196">
                <a:extLst>
                  <a:ext uri="{FF2B5EF4-FFF2-40B4-BE49-F238E27FC236}">
                    <a16:creationId xmlns:a16="http://schemas.microsoft.com/office/drawing/2014/main" id="{E6FD789F-1DDB-454A-A320-570CB91ABB2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93" name="Tijdelijke aanduiding voor tekst 11">
            <a:extLst>
              <a:ext uri="{FF2B5EF4-FFF2-40B4-BE49-F238E27FC236}">
                <a16:creationId xmlns:a16="http://schemas.microsoft.com/office/drawing/2014/main" id="{FA7E60C0-0F0C-574B-84E0-5413D52A302C}"/>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Tree>
    <p:extLst>
      <p:ext uri="{BB962C8B-B14F-4D97-AF65-F5344CB8AC3E}">
        <p14:creationId xmlns:p14="http://schemas.microsoft.com/office/powerpoint/2010/main" val="88040215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grpSp>
        <p:nvGrpSpPr>
          <p:cNvPr id="27" name="Graphic 2">
            <a:extLst>
              <a:ext uri="{FF2B5EF4-FFF2-40B4-BE49-F238E27FC236}">
                <a16:creationId xmlns:a16="http://schemas.microsoft.com/office/drawing/2014/main" id="{37664EC0-4C3B-2E40-AB7E-0536721BB77F}"/>
              </a:ext>
            </a:extLst>
          </p:cNvPr>
          <p:cNvGrpSpPr>
            <a:grpSpLocks noChangeAspect="1"/>
          </p:cNvGrpSpPr>
          <p:nvPr userDrawn="1"/>
        </p:nvGrpSpPr>
        <p:grpSpPr>
          <a:xfrm>
            <a:off x="11131645" y="6312991"/>
            <a:ext cx="814935" cy="291600"/>
            <a:chOff x="-1597345" y="233060"/>
            <a:chExt cx="9980364" cy="3571175"/>
          </a:xfrm>
        </p:grpSpPr>
        <p:sp>
          <p:nvSpPr>
            <p:cNvPr id="28" name="Vrije vorm 27">
              <a:extLst>
                <a:ext uri="{FF2B5EF4-FFF2-40B4-BE49-F238E27FC236}">
                  <a16:creationId xmlns:a16="http://schemas.microsoft.com/office/drawing/2014/main" id="{00820657-89F7-D64F-96D6-12849054819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29" name="Vrije vorm 28">
              <a:extLst>
                <a:ext uri="{FF2B5EF4-FFF2-40B4-BE49-F238E27FC236}">
                  <a16:creationId xmlns:a16="http://schemas.microsoft.com/office/drawing/2014/main" id="{35A9773F-A3DF-EB48-B62B-812553CD3E3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30" name="Vrije vorm 29">
              <a:extLst>
                <a:ext uri="{FF2B5EF4-FFF2-40B4-BE49-F238E27FC236}">
                  <a16:creationId xmlns:a16="http://schemas.microsoft.com/office/drawing/2014/main" id="{81E942FE-83C8-3E4F-95D0-600BF585C650}"/>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31" name="Graphic 2">
              <a:extLst>
                <a:ext uri="{FF2B5EF4-FFF2-40B4-BE49-F238E27FC236}">
                  <a16:creationId xmlns:a16="http://schemas.microsoft.com/office/drawing/2014/main" id="{D0BBD714-A634-F54D-94A6-4874CBACDB0C}"/>
                </a:ext>
              </a:extLst>
            </p:cNvPr>
            <p:cNvGrpSpPr/>
            <p:nvPr/>
          </p:nvGrpSpPr>
          <p:grpSpPr>
            <a:xfrm>
              <a:off x="184698" y="233060"/>
              <a:ext cx="8198320" cy="3571175"/>
              <a:chOff x="184698" y="233060"/>
              <a:chExt cx="8198320" cy="3571175"/>
            </a:xfrm>
          </p:grpSpPr>
          <p:sp>
            <p:nvSpPr>
              <p:cNvPr id="32" name="Vrije vorm 31">
                <a:extLst>
                  <a:ext uri="{FF2B5EF4-FFF2-40B4-BE49-F238E27FC236}">
                    <a16:creationId xmlns:a16="http://schemas.microsoft.com/office/drawing/2014/main" id="{FABE7F2C-CEAD-A146-A519-C8C98F48D8FC}"/>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33" name="Vrije vorm 32">
                <a:extLst>
                  <a:ext uri="{FF2B5EF4-FFF2-40B4-BE49-F238E27FC236}">
                    <a16:creationId xmlns:a16="http://schemas.microsoft.com/office/drawing/2014/main" id="{3DB3957B-F209-C84B-B3BD-93A22973A23A}"/>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34" name="Vrije vorm 33">
                <a:extLst>
                  <a:ext uri="{FF2B5EF4-FFF2-40B4-BE49-F238E27FC236}">
                    <a16:creationId xmlns:a16="http://schemas.microsoft.com/office/drawing/2014/main" id="{946F1E88-0A4F-9249-89BA-C73AE79AC79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35" name="Vrije vorm 34">
                <a:extLst>
                  <a:ext uri="{FF2B5EF4-FFF2-40B4-BE49-F238E27FC236}">
                    <a16:creationId xmlns:a16="http://schemas.microsoft.com/office/drawing/2014/main" id="{8EF4BD14-FF00-F148-B69F-507911D4522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36" name="Vrije vorm 35">
                <a:extLst>
                  <a:ext uri="{FF2B5EF4-FFF2-40B4-BE49-F238E27FC236}">
                    <a16:creationId xmlns:a16="http://schemas.microsoft.com/office/drawing/2014/main" id="{AF5939B6-4FFA-4049-9A7E-B6C7F49DD71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37" name="Vrije vorm 36">
                <a:extLst>
                  <a:ext uri="{FF2B5EF4-FFF2-40B4-BE49-F238E27FC236}">
                    <a16:creationId xmlns:a16="http://schemas.microsoft.com/office/drawing/2014/main" id="{22662296-7250-FA4D-84FA-F00AC4913D11}"/>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38" name="Vrije vorm 37">
                <a:extLst>
                  <a:ext uri="{FF2B5EF4-FFF2-40B4-BE49-F238E27FC236}">
                    <a16:creationId xmlns:a16="http://schemas.microsoft.com/office/drawing/2014/main" id="{0F07331E-E266-5E4D-B39D-39FD263D9616}"/>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39" name="Vrije vorm 38">
                <a:extLst>
                  <a:ext uri="{FF2B5EF4-FFF2-40B4-BE49-F238E27FC236}">
                    <a16:creationId xmlns:a16="http://schemas.microsoft.com/office/drawing/2014/main" id="{F0AECEE5-177B-CB49-A242-7E39327BFAA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40" name="Vrije vorm 39">
                <a:extLst>
                  <a:ext uri="{FF2B5EF4-FFF2-40B4-BE49-F238E27FC236}">
                    <a16:creationId xmlns:a16="http://schemas.microsoft.com/office/drawing/2014/main" id="{7480F427-0290-D242-BB90-477E7E79CA16}"/>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D3C8FCCE-D4C0-804F-AD8E-789CF14B885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7EED65EB-02F6-2145-A4A3-FCFA436B366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C21C7710-7646-7548-96D0-89D895ED133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44" name="Vrije vorm 43">
                <a:extLst>
                  <a:ext uri="{FF2B5EF4-FFF2-40B4-BE49-F238E27FC236}">
                    <a16:creationId xmlns:a16="http://schemas.microsoft.com/office/drawing/2014/main" id="{71D2C51C-11DB-5141-8358-94C067FA5389}"/>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9" y="910485"/>
            <a:ext cx="1119217" cy="461665"/>
          </a:xfrm>
        </p:spPr>
        <p:txBody>
          <a:bodyPr wrap="none">
            <a:spAutoFit/>
          </a:bodyPr>
          <a:lstStyle>
            <a:lvl1pPr>
              <a:defRPr sz="24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155147"/>
            <a:ext cx="1119217" cy="461665"/>
          </a:xfrm>
        </p:spPr>
        <p:txBody>
          <a:bodyPr wrap="none">
            <a:spAutoFit/>
          </a:bodyPr>
          <a:lstStyle>
            <a:lvl1pPr>
              <a:defRPr sz="24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06213"/>
            <a:ext cx="1119217" cy="461665"/>
          </a:xfrm>
        </p:spPr>
        <p:txBody>
          <a:bodyPr wrap="none">
            <a:spAutoFit/>
          </a:bodyPr>
          <a:lstStyle>
            <a:lvl1pPr>
              <a:defRPr sz="24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457281"/>
            <a:ext cx="1119217" cy="461665"/>
          </a:xfrm>
        </p:spPr>
        <p:txBody>
          <a:bodyPr wrap="none">
            <a:spAutoFit/>
          </a:bodyPr>
          <a:lstStyle>
            <a:lvl1pPr>
              <a:defRPr sz="24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608349"/>
            <a:ext cx="1119217" cy="461665"/>
          </a:xfrm>
        </p:spPr>
        <p:txBody>
          <a:bodyPr wrap="none">
            <a:spAutoFit/>
          </a:bodyPr>
          <a:lstStyle>
            <a:lvl1pPr>
              <a:defRPr sz="24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759417"/>
            <a:ext cx="1119217" cy="461665"/>
          </a:xfrm>
        </p:spPr>
        <p:txBody>
          <a:bodyPr wrap="none">
            <a:spAutoFit/>
          </a:bodyPr>
          <a:lstStyle>
            <a:lvl1pPr>
              <a:defRPr sz="24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Tree>
    <p:extLst>
      <p:ext uri="{BB962C8B-B14F-4D97-AF65-F5344CB8AC3E}">
        <p14:creationId xmlns:p14="http://schemas.microsoft.com/office/powerpoint/2010/main" val="269209263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1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8" y="1002818"/>
            <a:ext cx="3315373" cy="369332"/>
          </a:xfrm>
        </p:spPr>
        <p:txBody>
          <a:bodyPr wrap="square" anchor="b">
            <a:spAutoFit/>
          </a:bodyPr>
          <a:lstStyle>
            <a:lvl1pPr>
              <a:defRPr sz="18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247480"/>
            <a:ext cx="3315372" cy="369332"/>
          </a:xfrm>
        </p:spPr>
        <p:txBody>
          <a:bodyPr wrap="square" anchor="b">
            <a:spAutoFit/>
          </a:bodyPr>
          <a:lstStyle>
            <a:lvl1pPr>
              <a:defRPr sz="18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98546"/>
            <a:ext cx="3315372" cy="369332"/>
          </a:xfrm>
        </p:spPr>
        <p:txBody>
          <a:bodyPr wrap="square" anchor="b">
            <a:spAutoFit/>
          </a:bodyPr>
          <a:lstStyle>
            <a:lvl1pPr>
              <a:defRPr sz="18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549614"/>
            <a:ext cx="3315372" cy="369332"/>
          </a:xfrm>
        </p:spPr>
        <p:txBody>
          <a:bodyPr wrap="square" anchor="b">
            <a:spAutoFit/>
          </a:bodyPr>
          <a:lstStyle>
            <a:lvl1pPr>
              <a:defRPr sz="18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700682"/>
            <a:ext cx="3315372" cy="369332"/>
          </a:xfrm>
        </p:spPr>
        <p:txBody>
          <a:bodyPr wrap="square" anchor="b">
            <a:spAutoFit/>
          </a:bodyPr>
          <a:lstStyle>
            <a:lvl1pPr>
              <a:defRPr sz="18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851750"/>
            <a:ext cx="3315372" cy="369332"/>
          </a:xfrm>
        </p:spPr>
        <p:txBody>
          <a:bodyPr wrap="square" anchor="b">
            <a:spAutoFit/>
          </a:bodyPr>
          <a:lstStyle>
            <a:lvl1pPr>
              <a:defRPr sz="18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1"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pic>
        <p:nvPicPr>
          <p:cNvPr id="27" name="Graphic 26">
            <a:extLst>
              <a:ext uri="{FF2B5EF4-FFF2-40B4-BE49-F238E27FC236}">
                <a16:creationId xmlns:a16="http://schemas.microsoft.com/office/drawing/2014/main" id="{C76878D1-6109-5941-B821-1FF55C1C637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6366484" y="-1"/>
            <a:ext cx="1973413" cy="5143500"/>
          </a:xfrm>
          <a:prstGeom prst="rect">
            <a:avLst/>
          </a:prstGeom>
        </p:spPr>
      </p:pic>
      <p:pic>
        <p:nvPicPr>
          <p:cNvPr id="28" name="Graphic 27">
            <a:extLst>
              <a:ext uri="{FF2B5EF4-FFF2-40B4-BE49-F238E27FC236}">
                <a16:creationId xmlns:a16="http://schemas.microsoft.com/office/drawing/2014/main" id="{215A2342-CD67-3B44-B930-9F6A8525183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6366484" y="5143499"/>
            <a:ext cx="1973413" cy="919683"/>
          </a:xfrm>
          <a:prstGeom prst="rect">
            <a:avLst/>
          </a:prstGeom>
        </p:spPr>
      </p:pic>
      <p:sp>
        <p:nvSpPr>
          <p:cNvPr id="29" name="Tijdelijke aanduiding voor tekst 11">
            <a:extLst>
              <a:ext uri="{FF2B5EF4-FFF2-40B4-BE49-F238E27FC236}">
                <a16:creationId xmlns:a16="http://schemas.microsoft.com/office/drawing/2014/main" id="{91239F84-6E23-4041-92CD-5641974A9F19}"/>
              </a:ext>
            </a:extLst>
          </p:cNvPr>
          <p:cNvSpPr>
            <a:spLocks noGrp="1"/>
          </p:cNvSpPr>
          <p:nvPr>
            <p:ph type="body" sz="quarter" idx="31" hasCustomPrompt="1"/>
          </p:nvPr>
        </p:nvSpPr>
        <p:spPr>
          <a:xfrm>
            <a:off x="6818589"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0" name="Tijdelijke aanduiding voor tekst 11">
            <a:extLst>
              <a:ext uri="{FF2B5EF4-FFF2-40B4-BE49-F238E27FC236}">
                <a16:creationId xmlns:a16="http://schemas.microsoft.com/office/drawing/2014/main" id="{526A5CDE-D311-0247-B48E-75C8B8F9B140}"/>
              </a:ext>
            </a:extLst>
          </p:cNvPr>
          <p:cNvSpPr>
            <a:spLocks noGrp="1"/>
          </p:cNvSpPr>
          <p:nvPr>
            <p:ph type="body" sz="quarter" idx="32" hasCustomPrompt="1"/>
          </p:nvPr>
        </p:nvSpPr>
        <p:spPr>
          <a:xfrm>
            <a:off x="6818589"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1" name="Tijdelijke aanduiding voor tekst 11">
            <a:extLst>
              <a:ext uri="{FF2B5EF4-FFF2-40B4-BE49-F238E27FC236}">
                <a16:creationId xmlns:a16="http://schemas.microsoft.com/office/drawing/2014/main" id="{ADBD2669-A4ED-214F-BDA8-A1C0247A732D}"/>
              </a:ext>
            </a:extLst>
          </p:cNvPr>
          <p:cNvSpPr>
            <a:spLocks noGrp="1"/>
          </p:cNvSpPr>
          <p:nvPr>
            <p:ph type="body" sz="quarter" idx="33" hasCustomPrompt="1"/>
          </p:nvPr>
        </p:nvSpPr>
        <p:spPr>
          <a:xfrm>
            <a:off x="6817094"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2" name="Tijdelijke aanduiding voor tekst 11">
            <a:extLst>
              <a:ext uri="{FF2B5EF4-FFF2-40B4-BE49-F238E27FC236}">
                <a16:creationId xmlns:a16="http://schemas.microsoft.com/office/drawing/2014/main" id="{36E66A02-247C-7346-B9C9-295F66AAD943}"/>
              </a:ext>
            </a:extLst>
          </p:cNvPr>
          <p:cNvSpPr>
            <a:spLocks noGrp="1"/>
          </p:cNvSpPr>
          <p:nvPr>
            <p:ph type="body" sz="quarter" idx="34" hasCustomPrompt="1"/>
          </p:nvPr>
        </p:nvSpPr>
        <p:spPr>
          <a:xfrm>
            <a:off x="6817094"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3" name="Tijdelijke aanduiding voor tekst 11">
            <a:extLst>
              <a:ext uri="{FF2B5EF4-FFF2-40B4-BE49-F238E27FC236}">
                <a16:creationId xmlns:a16="http://schemas.microsoft.com/office/drawing/2014/main" id="{4E5F9F58-BC40-A541-9C37-DE3BD5B9B7DF}"/>
              </a:ext>
            </a:extLst>
          </p:cNvPr>
          <p:cNvSpPr>
            <a:spLocks noGrp="1"/>
          </p:cNvSpPr>
          <p:nvPr>
            <p:ph type="body" sz="quarter" idx="35" hasCustomPrompt="1"/>
          </p:nvPr>
        </p:nvSpPr>
        <p:spPr>
          <a:xfrm>
            <a:off x="6817094"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4" name="Tijdelijke aanduiding voor tekst 11">
            <a:extLst>
              <a:ext uri="{FF2B5EF4-FFF2-40B4-BE49-F238E27FC236}">
                <a16:creationId xmlns:a16="http://schemas.microsoft.com/office/drawing/2014/main" id="{FAB92970-C0AA-3E4A-8BF2-6043E08B7151}"/>
              </a:ext>
            </a:extLst>
          </p:cNvPr>
          <p:cNvSpPr>
            <a:spLocks noGrp="1"/>
          </p:cNvSpPr>
          <p:nvPr>
            <p:ph type="body" sz="quarter" idx="36" hasCustomPrompt="1"/>
          </p:nvPr>
        </p:nvSpPr>
        <p:spPr>
          <a:xfrm>
            <a:off x="6817094"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5" name="Tijdelijke aanduiding voor tekst 18">
            <a:extLst>
              <a:ext uri="{FF2B5EF4-FFF2-40B4-BE49-F238E27FC236}">
                <a16:creationId xmlns:a16="http://schemas.microsoft.com/office/drawing/2014/main" id="{CCBE1029-3CF7-C34F-AF26-9BEAE5A8791F}"/>
              </a:ext>
            </a:extLst>
          </p:cNvPr>
          <p:cNvSpPr>
            <a:spLocks noGrp="1"/>
          </p:cNvSpPr>
          <p:nvPr>
            <p:ph type="body" sz="quarter" idx="37" hasCustomPrompt="1"/>
          </p:nvPr>
        </p:nvSpPr>
        <p:spPr>
          <a:xfrm>
            <a:off x="8515263" y="1002818"/>
            <a:ext cx="3319200" cy="369332"/>
          </a:xfrm>
        </p:spPr>
        <p:txBody>
          <a:bodyPr wrap="square" anchor="b">
            <a:spAutoFit/>
          </a:bodyPr>
          <a:lstStyle>
            <a:lvl1pPr>
              <a:defRPr sz="1800">
                <a:latin typeface="+mj-lt"/>
              </a:defRPr>
            </a:lvl1pPr>
          </a:lstStyle>
          <a:p>
            <a:pPr lvl="0"/>
            <a:r>
              <a:rPr lang="nl-NL"/>
              <a:t>TOPIC</a:t>
            </a:r>
            <a:endParaRPr lang="en-GB"/>
          </a:p>
        </p:txBody>
      </p:sp>
      <p:sp>
        <p:nvSpPr>
          <p:cNvPr id="36" name="Tijdelijke aanduiding voor tekst 18">
            <a:extLst>
              <a:ext uri="{FF2B5EF4-FFF2-40B4-BE49-F238E27FC236}">
                <a16:creationId xmlns:a16="http://schemas.microsoft.com/office/drawing/2014/main" id="{B1614DD3-2E1A-1441-B41E-A46C515955CE}"/>
              </a:ext>
            </a:extLst>
          </p:cNvPr>
          <p:cNvSpPr>
            <a:spLocks noGrp="1"/>
          </p:cNvSpPr>
          <p:nvPr>
            <p:ph type="body" sz="quarter" idx="38" hasCustomPrompt="1"/>
          </p:nvPr>
        </p:nvSpPr>
        <p:spPr>
          <a:xfrm>
            <a:off x="8515262" y="5247480"/>
            <a:ext cx="3319199" cy="369332"/>
          </a:xfrm>
        </p:spPr>
        <p:txBody>
          <a:bodyPr wrap="square" anchor="b">
            <a:spAutoFit/>
          </a:bodyPr>
          <a:lstStyle>
            <a:lvl1pPr>
              <a:defRPr sz="1800">
                <a:latin typeface="+mj-lt"/>
              </a:defRPr>
            </a:lvl1pPr>
          </a:lstStyle>
          <a:p>
            <a:pPr lvl="0"/>
            <a:r>
              <a:rPr lang="nl-NL"/>
              <a:t>TOPIC</a:t>
            </a:r>
            <a:endParaRPr lang="en-GB"/>
          </a:p>
        </p:txBody>
      </p:sp>
      <p:sp>
        <p:nvSpPr>
          <p:cNvPr id="37" name="Tijdelijke aanduiding voor tekst 18">
            <a:extLst>
              <a:ext uri="{FF2B5EF4-FFF2-40B4-BE49-F238E27FC236}">
                <a16:creationId xmlns:a16="http://schemas.microsoft.com/office/drawing/2014/main" id="{D42D1832-3D99-9047-BCCC-0BD0C14A26A4}"/>
              </a:ext>
            </a:extLst>
          </p:cNvPr>
          <p:cNvSpPr>
            <a:spLocks noGrp="1"/>
          </p:cNvSpPr>
          <p:nvPr>
            <p:ph type="body" sz="quarter" idx="39" hasCustomPrompt="1"/>
          </p:nvPr>
        </p:nvSpPr>
        <p:spPr>
          <a:xfrm>
            <a:off x="8515262" y="4398546"/>
            <a:ext cx="3319199" cy="369332"/>
          </a:xfrm>
        </p:spPr>
        <p:txBody>
          <a:bodyPr wrap="square" anchor="b">
            <a:spAutoFit/>
          </a:bodyPr>
          <a:lstStyle>
            <a:lvl1pPr>
              <a:defRPr sz="1800">
                <a:latin typeface="+mj-lt"/>
              </a:defRPr>
            </a:lvl1pPr>
          </a:lstStyle>
          <a:p>
            <a:pPr lvl="0"/>
            <a:r>
              <a:rPr lang="nl-NL"/>
              <a:t>TOPIC</a:t>
            </a:r>
            <a:endParaRPr lang="en-GB"/>
          </a:p>
        </p:txBody>
      </p:sp>
      <p:sp>
        <p:nvSpPr>
          <p:cNvPr id="38" name="Tijdelijke aanduiding voor tekst 18">
            <a:extLst>
              <a:ext uri="{FF2B5EF4-FFF2-40B4-BE49-F238E27FC236}">
                <a16:creationId xmlns:a16="http://schemas.microsoft.com/office/drawing/2014/main" id="{35DA8DAE-38AF-374F-A383-D431806926B2}"/>
              </a:ext>
            </a:extLst>
          </p:cNvPr>
          <p:cNvSpPr>
            <a:spLocks noGrp="1"/>
          </p:cNvSpPr>
          <p:nvPr>
            <p:ph type="body" sz="quarter" idx="40" hasCustomPrompt="1"/>
          </p:nvPr>
        </p:nvSpPr>
        <p:spPr>
          <a:xfrm>
            <a:off x="8515262" y="3549614"/>
            <a:ext cx="3319199" cy="369332"/>
          </a:xfrm>
        </p:spPr>
        <p:txBody>
          <a:bodyPr wrap="square" anchor="b">
            <a:spAutoFit/>
          </a:bodyPr>
          <a:lstStyle>
            <a:lvl1pPr>
              <a:defRPr sz="1800">
                <a:latin typeface="+mj-lt"/>
              </a:defRPr>
            </a:lvl1pPr>
          </a:lstStyle>
          <a:p>
            <a:pPr lvl="0"/>
            <a:r>
              <a:rPr lang="nl-NL"/>
              <a:t>TOPIC</a:t>
            </a:r>
            <a:endParaRPr lang="en-GB"/>
          </a:p>
        </p:txBody>
      </p:sp>
      <p:sp>
        <p:nvSpPr>
          <p:cNvPr id="39" name="Tijdelijke aanduiding voor tekst 18">
            <a:extLst>
              <a:ext uri="{FF2B5EF4-FFF2-40B4-BE49-F238E27FC236}">
                <a16:creationId xmlns:a16="http://schemas.microsoft.com/office/drawing/2014/main" id="{B130BC53-8BBB-A944-B3C3-00E0319E5FDA}"/>
              </a:ext>
            </a:extLst>
          </p:cNvPr>
          <p:cNvSpPr>
            <a:spLocks noGrp="1"/>
          </p:cNvSpPr>
          <p:nvPr>
            <p:ph type="body" sz="quarter" idx="41" hasCustomPrompt="1"/>
          </p:nvPr>
        </p:nvSpPr>
        <p:spPr>
          <a:xfrm>
            <a:off x="8518683" y="2700682"/>
            <a:ext cx="3319199" cy="369332"/>
          </a:xfrm>
        </p:spPr>
        <p:txBody>
          <a:bodyPr wrap="square" anchor="b">
            <a:spAutoFit/>
          </a:bodyPr>
          <a:lstStyle>
            <a:lvl1pPr>
              <a:defRPr sz="1800">
                <a:latin typeface="+mj-lt"/>
              </a:defRPr>
            </a:lvl1pPr>
          </a:lstStyle>
          <a:p>
            <a:pPr lvl="0"/>
            <a:r>
              <a:rPr lang="nl-NL"/>
              <a:t>TOPIC</a:t>
            </a:r>
            <a:endParaRPr lang="en-GB"/>
          </a:p>
        </p:txBody>
      </p:sp>
      <p:sp>
        <p:nvSpPr>
          <p:cNvPr id="40" name="Tijdelijke aanduiding voor tekst 18">
            <a:extLst>
              <a:ext uri="{FF2B5EF4-FFF2-40B4-BE49-F238E27FC236}">
                <a16:creationId xmlns:a16="http://schemas.microsoft.com/office/drawing/2014/main" id="{ACC8F36F-06DA-054F-94AB-5ED9BABD3745}"/>
              </a:ext>
            </a:extLst>
          </p:cNvPr>
          <p:cNvSpPr>
            <a:spLocks noGrp="1"/>
          </p:cNvSpPr>
          <p:nvPr>
            <p:ph type="body" sz="quarter" idx="42" hasCustomPrompt="1"/>
          </p:nvPr>
        </p:nvSpPr>
        <p:spPr>
          <a:xfrm>
            <a:off x="8515262" y="1851750"/>
            <a:ext cx="3319199" cy="369332"/>
          </a:xfrm>
        </p:spPr>
        <p:txBody>
          <a:bodyPr wrap="square" anchor="b">
            <a:spAutoFit/>
          </a:bodyPr>
          <a:lstStyle>
            <a:lvl1pPr>
              <a:defRPr sz="1800">
                <a:latin typeface="+mj-lt"/>
              </a:defRPr>
            </a:lvl1pPr>
          </a:lstStyle>
          <a:p>
            <a:pPr lvl="0"/>
            <a:r>
              <a:rPr lang="nl-NL"/>
              <a:t>TOPIC</a:t>
            </a:r>
            <a:endParaRPr lang="en-GB"/>
          </a:p>
        </p:txBody>
      </p:sp>
      <p:sp>
        <p:nvSpPr>
          <p:cNvPr id="41" name="Tijdelijke aanduiding voor tekst 788">
            <a:extLst>
              <a:ext uri="{FF2B5EF4-FFF2-40B4-BE49-F238E27FC236}">
                <a16:creationId xmlns:a16="http://schemas.microsoft.com/office/drawing/2014/main" id="{FBA3CD25-65D3-5348-A2E8-5DE1D21FB0D7}"/>
              </a:ext>
            </a:extLst>
          </p:cNvPr>
          <p:cNvSpPr>
            <a:spLocks noGrp="1"/>
          </p:cNvSpPr>
          <p:nvPr>
            <p:ph type="body" sz="quarter" idx="43" hasCustomPrompt="1"/>
          </p:nvPr>
        </p:nvSpPr>
        <p:spPr>
          <a:xfrm>
            <a:off x="8177897"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2" name="Tijdelijke aanduiding voor tekst 789">
            <a:extLst>
              <a:ext uri="{FF2B5EF4-FFF2-40B4-BE49-F238E27FC236}">
                <a16:creationId xmlns:a16="http://schemas.microsoft.com/office/drawing/2014/main" id="{E355742F-DDDF-484E-8AC8-69A667F7E534}"/>
              </a:ext>
            </a:extLst>
          </p:cNvPr>
          <p:cNvSpPr>
            <a:spLocks noGrp="1"/>
          </p:cNvSpPr>
          <p:nvPr>
            <p:ph type="body" sz="quarter" idx="44" hasCustomPrompt="1"/>
          </p:nvPr>
        </p:nvSpPr>
        <p:spPr>
          <a:xfrm>
            <a:off x="8174906"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3" name="Tijdelijke aanduiding voor tekst 790">
            <a:extLst>
              <a:ext uri="{FF2B5EF4-FFF2-40B4-BE49-F238E27FC236}">
                <a16:creationId xmlns:a16="http://schemas.microsoft.com/office/drawing/2014/main" id="{E2F561E2-1629-1147-BAD4-E021A9AFDA01}"/>
              </a:ext>
            </a:extLst>
          </p:cNvPr>
          <p:cNvSpPr>
            <a:spLocks noGrp="1"/>
          </p:cNvSpPr>
          <p:nvPr>
            <p:ph type="body" sz="quarter" idx="45" hasCustomPrompt="1"/>
          </p:nvPr>
        </p:nvSpPr>
        <p:spPr>
          <a:xfrm>
            <a:off x="8174906"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4" name="Tijdelijke aanduiding voor tekst 791">
            <a:extLst>
              <a:ext uri="{FF2B5EF4-FFF2-40B4-BE49-F238E27FC236}">
                <a16:creationId xmlns:a16="http://schemas.microsoft.com/office/drawing/2014/main" id="{98AB5E28-6B98-1149-9795-D2320233C413}"/>
              </a:ext>
            </a:extLst>
          </p:cNvPr>
          <p:cNvSpPr>
            <a:spLocks noGrp="1"/>
          </p:cNvSpPr>
          <p:nvPr>
            <p:ph type="body" sz="quarter" idx="46" hasCustomPrompt="1"/>
          </p:nvPr>
        </p:nvSpPr>
        <p:spPr>
          <a:xfrm>
            <a:off x="8174906"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5" name="Tijdelijke aanduiding voor tekst 792">
            <a:extLst>
              <a:ext uri="{FF2B5EF4-FFF2-40B4-BE49-F238E27FC236}">
                <a16:creationId xmlns:a16="http://schemas.microsoft.com/office/drawing/2014/main" id="{65D45BCE-3254-4D40-BCB1-5DE72B9CC5D5}"/>
              </a:ext>
            </a:extLst>
          </p:cNvPr>
          <p:cNvSpPr>
            <a:spLocks noGrp="1"/>
          </p:cNvSpPr>
          <p:nvPr>
            <p:ph type="body" sz="quarter" idx="47" hasCustomPrompt="1"/>
          </p:nvPr>
        </p:nvSpPr>
        <p:spPr>
          <a:xfrm>
            <a:off x="8174906"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6" name="Tijdelijke aanduiding voor tekst 793">
            <a:extLst>
              <a:ext uri="{FF2B5EF4-FFF2-40B4-BE49-F238E27FC236}">
                <a16:creationId xmlns:a16="http://schemas.microsoft.com/office/drawing/2014/main" id="{6B3F6F1E-217E-9D48-9BBE-D41AE24F407A}"/>
              </a:ext>
            </a:extLst>
          </p:cNvPr>
          <p:cNvSpPr>
            <a:spLocks noGrp="1"/>
          </p:cNvSpPr>
          <p:nvPr>
            <p:ph type="body" sz="quarter" idx="48" hasCustomPrompt="1"/>
          </p:nvPr>
        </p:nvSpPr>
        <p:spPr>
          <a:xfrm>
            <a:off x="8179636"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47" name="Graphic 2">
            <a:extLst>
              <a:ext uri="{FF2B5EF4-FFF2-40B4-BE49-F238E27FC236}">
                <a16:creationId xmlns:a16="http://schemas.microsoft.com/office/drawing/2014/main" id="{FE257196-CB8E-CE43-8CA4-4E30DD1CA582}"/>
              </a:ext>
            </a:extLst>
          </p:cNvPr>
          <p:cNvGrpSpPr>
            <a:grpSpLocks noChangeAspect="1"/>
          </p:cNvGrpSpPr>
          <p:nvPr userDrawn="1"/>
        </p:nvGrpSpPr>
        <p:grpSpPr>
          <a:xfrm>
            <a:off x="11131645" y="6312991"/>
            <a:ext cx="814935" cy="291600"/>
            <a:chOff x="-1597345" y="233060"/>
            <a:chExt cx="9980364" cy="3571175"/>
          </a:xfrm>
        </p:grpSpPr>
        <p:sp>
          <p:nvSpPr>
            <p:cNvPr id="48" name="Vrije vorm 47">
              <a:extLst>
                <a:ext uri="{FF2B5EF4-FFF2-40B4-BE49-F238E27FC236}">
                  <a16:creationId xmlns:a16="http://schemas.microsoft.com/office/drawing/2014/main" id="{8E2F813A-4E56-3844-8BE4-3BE341540DA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828AED98-7177-B645-8F33-2DD5BC0D5F4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84B5ED17-16BA-C14B-9164-CE9587AF013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51" name="Graphic 2">
              <a:extLst>
                <a:ext uri="{FF2B5EF4-FFF2-40B4-BE49-F238E27FC236}">
                  <a16:creationId xmlns:a16="http://schemas.microsoft.com/office/drawing/2014/main" id="{071C6822-1F1E-1A48-BBD7-85BBE9F86108}"/>
                </a:ext>
              </a:extLst>
            </p:cNvPr>
            <p:cNvGrpSpPr/>
            <p:nvPr/>
          </p:nvGrpSpPr>
          <p:grpSpPr>
            <a:xfrm>
              <a:off x="184698" y="233060"/>
              <a:ext cx="8198320" cy="3571175"/>
              <a:chOff x="184698" y="233060"/>
              <a:chExt cx="8198320" cy="3571175"/>
            </a:xfrm>
          </p:grpSpPr>
          <p:sp>
            <p:nvSpPr>
              <p:cNvPr id="52" name="Vrije vorm 51">
                <a:extLst>
                  <a:ext uri="{FF2B5EF4-FFF2-40B4-BE49-F238E27FC236}">
                    <a16:creationId xmlns:a16="http://schemas.microsoft.com/office/drawing/2014/main" id="{CED77405-BD67-094B-A921-4B223FA95F9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B0ABA60F-9263-F741-8BC8-AC436087D6D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6B281A67-AA58-2E4D-8627-02A74884D46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22118384-ECF9-524A-ACD4-1F4C496120AE}"/>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2A5DC9D3-C41E-7D4C-80F4-2B56D053046B}"/>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4F8CFF0E-8F2D-E74F-B1D1-27D2C4904F3C}"/>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FE529BF8-C11A-1347-B71F-3D932D975EB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0182B05A-CBD7-4540-9B2F-C6A8DD4EAAD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0" name="Vrije vorm 59">
                <a:extLst>
                  <a:ext uri="{FF2B5EF4-FFF2-40B4-BE49-F238E27FC236}">
                    <a16:creationId xmlns:a16="http://schemas.microsoft.com/office/drawing/2014/main" id="{A647A06D-9C3E-F942-AB8D-C445AE82653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61" name="Vrije vorm 60">
                <a:extLst>
                  <a:ext uri="{FF2B5EF4-FFF2-40B4-BE49-F238E27FC236}">
                    <a16:creationId xmlns:a16="http://schemas.microsoft.com/office/drawing/2014/main" id="{85274D9E-6D97-7742-A276-52812A07AE9A}"/>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3DF16D05-1E1B-4C4D-84F1-07BA112E0DD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D369D1D7-0FDF-1044-B3D0-8498E2CA2F1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12B09C31-78A8-0B43-9CE0-2558B1513D1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62353012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3" name="Rechthoek 2">
            <a:extLst>
              <a:ext uri="{FF2B5EF4-FFF2-40B4-BE49-F238E27FC236}">
                <a16:creationId xmlns:a16="http://schemas.microsoft.com/office/drawing/2014/main" id="{9AB86A83-3A11-E146-8A22-C0E74E9FA069}"/>
              </a:ext>
            </a:extLst>
          </p:cNvPr>
          <p:cNvSpPr/>
          <p:nvPr userDrawn="1"/>
        </p:nvSpPr>
        <p:spPr>
          <a:xfrm>
            <a:off x="784860" y="0"/>
            <a:ext cx="531114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BE"/>
          </a:p>
        </p:txBody>
      </p:sp>
      <p:sp>
        <p:nvSpPr>
          <p:cNvPr id="81" name="Tijdelijke aanduiding voor afbeelding 80">
            <a:extLst>
              <a:ext uri="{FF2B5EF4-FFF2-40B4-BE49-F238E27FC236}">
                <a16:creationId xmlns:a16="http://schemas.microsoft.com/office/drawing/2014/main" id="{32D4986B-8182-AF49-9906-B10AAAE63818}"/>
              </a:ext>
            </a:extLst>
          </p:cNvPr>
          <p:cNvSpPr>
            <a:spLocks noGrp="1"/>
          </p:cNvSpPr>
          <p:nvPr>
            <p:ph type="pic" sz="quarter" idx="14"/>
          </p:nvPr>
        </p:nvSpPr>
        <p:spPr>
          <a:xfrm>
            <a:off x="2590799" y="2663106"/>
            <a:ext cx="9601201" cy="4194894"/>
          </a:xfrm>
          <a:custGeom>
            <a:avLst/>
            <a:gdLst>
              <a:gd name="connsiteX0" fmla="*/ 9102323 w 9601201"/>
              <a:gd name="connsiteY0" fmla="*/ 3803532 h 4194894"/>
              <a:gd name="connsiteX1" fmla="*/ 9126300 w 9601201"/>
              <a:gd name="connsiteY1" fmla="*/ 3811738 h 4194894"/>
              <a:gd name="connsiteX2" fmla="*/ 9135893 w 9601201"/>
              <a:gd name="connsiteY2" fmla="*/ 3833831 h 4194894"/>
              <a:gd name="connsiteX3" fmla="*/ 9067475 w 9601201"/>
              <a:gd name="connsiteY3" fmla="*/ 3833831 h 4194894"/>
              <a:gd name="connsiteX4" fmla="*/ 9079144 w 9601201"/>
              <a:gd name="connsiteY4" fmla="*/ 3811421 h 4194894"/>
              <a:gd name="connsiteX5" fmla="*/ 9102323 w 9601201"/>
              <a:gd name="connsiteY5" fmla="*/ 3803532 h 4194894"/>
              <a:gd name="connsiteX6" fmla="*/ 8748335 w 9601201"/>
              <a:gd name="connsiteY6" fmla="*/ 3762835 h 4194894"/>
              <a:gd name="connsiteX7" fmla="*/ 8748335 w 9601201"/>
              <a:gd name="connsiteY7" fmla="*/ 3938951 h 4194894"/>
              <a:gd name="connsiteX8" fmla="*/ 8803005 w 9601201"/>
              <a:gd name="connsiteY8" fmla="*/ 3938951 h 4194894"/>
              <a:gd name="connsiteX9" fmla="*/ 8803005 w 9601201"/>
              <a:gd name="connsiteY9" fmla="*/ 3762835 h 4194894"/>
              <a:gd name="connsiteX10" fmla="*/ 8816158 w 9601201"/>
              <a:gd name="connsiteY10" fmla="*/ 3762821 h 4194894"/>
              <a:gd name="connsiteX11" fmla="*/ 8879461 w 9601201"/>
              <a:gd name="connsiteY11" fmla="*/ 3938937 h 4194894"/>
              <a:gd name="connsiteX12" fmla="*/ 8946919 w 9601201"/>
              <a:gd name="connsiteY12" fmla="*/ 3938937 h 4194894"/>
              <a:gd name="connsiteX13" fmla="*/ 9010222 w 9601201"/>
              <a:gd name="connsiteY13" fmla="*/ 3762821 h 4194894"/>
              <a:gd name="connsiteX14" fmla="*/ 8952035 w 9601201"/>
              <a:gd name="connsiteY14" fmla="*/ 3762821 h 4194894"/>
              <a:gd name="connsiteX15" fmla="*/ 8913350 w 9601201"/>
              <a:gd name="connsiteY15" fmla="*/ 3888438 h 4194894"/>
              <a:gd name="connsiteX16" fmla="*/ 8874665 w 9601201"/>
              <a:gd name="connsiteY16" fmla="*/ 3762821 h 4194894"/>
              <a:gd name="connsiteX17" fmla="*/ 8540867 w 9601201"/>
              <a:gd name="connsiteY17" fmla="*/ 3762808 h 4194894"/>
              <a:gd name="connsiteX18" fmla="*/ 8604171 w 9601201"/>
              <a:gd name="connsiteY18" fmla="*/ 3938922 h 4194894"/>
              <a:gd name="connsiteX19" fmla="*/ 8671629 w 9601201"/>
              <a:gd name="connsiteY19" fmla="*/ 3938923 h 4194894"/>
              <a:gd name="connsiteX20" fmla="*/ 8734931 w 9601201"/>
              <a:gd name="connsiteY20" fmla="*/ 3762808 h 4194894"/>
              <a:gd name="connsiteX21" fmla="*/ 8676744 w 9601201"/>
              <a:gd name="connsiteY21" fmla="*/ 3762808 h 4194894"/>
              <a:gd name="connsiteX22" fmla="*/ 8638059 w 9601201"/>
              <a:gd name="connsiteY22" fmla="*/ 3888424 h 4194894"/>
              <a:gd name="connsiteX23" fmla="*/ 8599374 w 9601201"/>
              <a:gd name="connsiteY23" fmla="*/ 3762808 h 4194894"/>
              <a:gd name="connsiteX24" fmla="*/ 9279766 w 9601201"/>
              <a:gd name="connsiteY24" fmla="*/ 3760299 h 4194894"/>
              <a:gd name="connsiteX25" fmla="*/ 9240602 w 9601201"/>
              <a:gd name="connsiteY25" fmla="*/ 3767559 h 4194894"/>
              <a:gd name="connsiteX26" fmla="*/ 9215667 w 9601201"/>
              <a:gd name="connsiteY26" fmla="*/ 3787284 h 4194894"/>
              <a:gd name="connsiteX27" fmla="*/ 9207193 w 9601201"/>
              <a:gd name="connsiteY27" fmla="*/ 3814902 h 4194894"/>
              <a:gd name="connsiteX28" fmla="*/ 9216464 w 9601201"/>
              <a:gd name="connsiteY28" fmla="*/ 3843464 h 4194894"/>
              <a:gd name="connsiteX29" fmla="*/ 9238523 w 9601201"/>
              <a:gd name="connsiteY29" fmla="*/ 3858930 h 4194894"/>
              <a:gd name="connsiteX30" fmla="*/ 9270495 w 9601201"/>
              <a:gd name="connsiteY30" fmla="*/ 3868240 h 4194894"/>
              <a:gd name="connsiteX31" fmla="*/ 9296392 w 9601201"/>
              <a:gd name="connsiteY31" fmla="*/ 3876289 h 4194894"/>
              <a:gd name="connsiteX32" fmla="*/ 9304383 w 9601201"/>
              <a:gd name="connsiteY32" fmla="*/ 3887492 h 4194894"/>
              <a:gd name="connsiteX33" fmla="*/ 9298790 w 9601201"/>
              <a:gd name="connsiteY33" fmla="*/ 3897750 h 4194894"/>
              <a:gd name="connsiteX34" fmla="*/ 9282965 w 9601201"/>
              <a:gd name="connsiteY34" fmla="*/ 3901697 h 4194894"/>
              <a:gd name="connsiteX35" fmla="*/ 9264101 w 9601201"/>
              <a:gd name="connsiteY35" fmla="*/ 3896015 h 4194894"/>
              <a:gd name="connsiteX36" fmla="*/ 9255468 w 9601201"/>
              <a:gd name="connsiteY36" fmla="*/ 3881181 h 4194894"/>
              <a:gd name="connsiteX37" fmla="*/ 9201439 w 9601201"/>
              <a:gd name="connsiteY37" fmla="*/ 3881181 h 4194894"/>
              <a:gd name="connsiteX38" fmla="*/ 9213267 w 9601201"/>
              <a:gd name="connsiteY38" fmla="*/ 3911954 h 4194894"/>
              <a:gd name="connsiteX39" fmla="*/ 9242041 w 9601201"/>
              <a:gd name="connsiteY39" fmla="*/ 3933574 h 4194894"/>
              <a:gd name="connsiteX40" fmla="*/ 9283602 w 9601201"/>
              <a:gd name="connsiteY40" fmla="*/ 3941464 h 4194894"/>
              <a:gd name="connsiteX41" fmla="*/ 9321810 w 9601201"/>
              <a:gd name="connsiteY41" fmla="*/ 3934521 h 4194894"/>
              <a:gd name="connsiteX42" fmla="*/ 9347064 w 9601201"/>
              <a:gd name="connsiteY42" fmla="*/ 3915425 h 4194894"/>
              <a:gd name="connsiteX43" fmla="*/ 9355857 w 9601201"/>
              <a:gd name="connsiteY43" fmla="*/ 3887810 h 4194894"/>
              <a:gd name="connsiteX44" fmla="*/ 9346108 w 9601201"/>
              <a:gd name="connsiteY44" fmla="*/ 3858614 h 4194894"/>
              <a:gd name="connsiteX45" fmla="*/ 9324207 w 9601201"/>
              <a:gd name="connsiteY45" fmla="*/ 3842833 h 4194894"/>
              <a:gd name="connsiteX46" fmla="*/ 9291917 w 9601201"/>
              <a:gd name="connsiteY46" fmla="*/ 3832891 h 4194894"/>
              <a:gd name="connsiteX47" fmla="*/ 9266499 w 9601201"/>
              <a:gd name="connsiteY47" fmla="*/ 3825316 h 4194894"/>
              <a:gd name="connsiteX48" fmla="*/ 9258348 w 9601201"/>
              <a:gd name="connsiteY48" fmla="*/ 3813953 h 4194894"/>
              <a:gd name="connsiteX49" fmla="*/ 9263462 w 9601201"/>
              <a:gd name="connsiteY49" fmla="*/ 3804012 h 4194894"/>
              <a:gd name="connsiteX50" fmla="*/ 9278169 w 9601201"/>
              <a:gd name="connsiteY50" fmla="*/ 3800383 h 4194894"/>
              <a:gd name="connsiteX51" fmla="*/ 9296232 w 9601201"/>
              <a:gd name="connsiteY51" fmla="*/ 3805747 h 4194894"/>
              <a:gd name="connsiteX52" fmla="*/ 9304383 w 9601201"/>
              <a:gd name="connsiteY52" fmla="*/ 3820266 h 4194894"/>
              <a:gd name="connsiteX53" fmla="*/ 9354897 w 9601201"/>
              <a:gd name="connsiteY53" fmla="*/ 3820266 h 4194894"/>
              <a:gd name="connsiteX54" fmla="*/ 9332678 w 9601201"/>
              <a:gd name="connsiteY54" fmla="*/ 3776712 h 4194894"/>
              <a:gd name="connsiteX55" fmla="*/ 9279766 w 9601201"/>
              <a:gd name="connsiteY55" fmla="*/ 3760299 h 4194894"/>
              <a:gd name="connsiteX56" fmla="*/ 9102961 w 9601201"/>
              <a:gd name="connsiteY56" fmla="*/ 3760292 h 4194894"/>
              <a:gd name="connsiteX57" fmla="*/ 9055965 w 9601201"/>
              <a:gd name="connsiteY57" fmla="*/ 3771338 h 4194894"/>
              <a:gd name="connsiteX58" fmla="*/ 9024153 w 9601201"/>
              <a:gd name="connsiteY58" fmla="*/ 3802900 h 4194894"/>
              <a:gd name="connsiteX59" fmla="*/ 9012805 w 9601201"/>
              <a:gd name="connsiteY59" fmla="*/ 3850874 h 4194894"/>
              <a:gd name="connsiteX60" fmla="*/ 9024315 w 9601201"/>
              <a:gd name="connsiteY60" fmla="*/ 3898849 h 4194894"/>
              <a:gd name="connsiteX61" fmla="*/ 9056284 w 9601201"/>
              <a:gd name="connsiteY61" fmla="*/ 3930411 h 4194894"/>
              <a:gd name="connsiteX62" fmla="*/ 9102961 w 9601201"/>
              <a:gd name="connsiteY62" fmla="*/ 3941458 h 4194894"/>
              <a:gd name="connsiteX63" fmla="*/ 9142288 w 9601201"/>
              <a:gd name="connsiteY63" fmla="*/ 3933568 h 4194894"/>
              <a:gd name="connsiteX64" fmla="*/ 9171539 w 9601201"/>
              <a:gd name="connsiteY64" fmla="*/ 3911788 h 4194894"/>
              <a:gd name="connsiteX65" fmla="*/ 9187686 w 9601201"/>
              <a:gd name="connsiteY65" fmla="*/ 3880543 h 4194894"/>
              <a:gd name="connsiteX66" fmla="*/ 9129499 w 9601201"/>
              <a:gd name="connsiteY66" fmla="*/ 3880543 h 4194894"/>
              <a:gd name="connsiteX67" fmla="*/ 9101044 w 9601201"/>
              <a:gd name="connsiteY67" fmla="*/ 3897585 h 4194894"/>
              <a:gd name="connsiteX68" fmla="*/ 9077865 w 9601201"/>
              <a:gd name="connsiteY68" fmla="*/ 3888907 h 4194894"/>
              <a:gd name="connsiteX69" fmla="*/ 9067155 w 9601201"/>
              <a:gd name="connsiteY69" fmla="*/ 3863814 h 4194894"/>
              <a:gd name="connsiteX70" fmla="*/ 9190882 w 9601201"/>
              <a:gd name="connsiteY70" fmla="*/ 3863814 h 4194894"/>
              <a:gd name="connsiteX71" fmla="*/ 9191841 w 9601201"/>
              <a:gd name="connsiteY71" fmla="*/ 3848035 h 4194894"/>
              <a:gd name="connsiteX72" fmla="*/ 9180491 w 9601201"/>
              <a:gd name="connsiteY72" fmla="*/ 3801638 h 4194894"/>
              <a:gd name="connsiteX73" fmla="*/ 9149001 w 9601201"/>
              <a:gd name="connsiteY73" fmla="*/ 3771023 h 4194894"/>
              <a:gd name="connsiteX74" fmla="*/ 9102961 w 9601201"/>
              <a:gd name="connsiteY74" fmla="*/ 3760292 h 4194894"/>
              <a:gd name="connsiteX75" fmla="*/ 9032051 w 9601201"/>
              <a:gd name="connsiteY75" fmla="*/ 3682268 h 4194894"/>
              <a:gd name="connsiteX76" fmla="*/ 9037781 w 9601201"/>
              <a:gd name="connsiteY76" fmla="*/ 3683799 h 4194894"/>
              <a:gd name="connsiteX77" fmla="*/ 9042017 w 9601201"/>
              <a:gd name="connsiteY77" fmla="*/ 3688197 h 4194894"/>
              <a:gd name="connsiteX78" fmla="*/ 9043587 w 9601201"/>
              <a:gd name="connsiteY78" fmla="*/ 3695070 h 4194894"/>
              <a:gd name="connsiteX79" fmla="*/ 9042017 w 9601201"/>
              <a:gd name="connsiteY79" fmla="*/ 3701942 h 4194894"/>
              <a:gd name="connsiteX80" fmla="*/ 9037781 w 9601201"/>
              <a:gd name="connsiteY80" fmla="*/ 3706340 h 4194894"/>
              <a:gd name="connsiteX81" fmla="*/ 9032051 w 9601201"/>
              <a:gd name="connsiteY81" fmla="*/ 3707872 h 4194894"/>
              <a:gd name="connsiteX82" fmla="*/ 9026440 w 9601201"/>
              <a:gd name="connsiteY82" fmla="*/ 3706302 h 4194894"/>
              <a:gd name="connsiteX83" fmla="*/ 9022202 w 9601201"/>
              <a:gd name="connsiteY83" fmla="*/ 3701785 h 4194894"/>
              <a:gd name="connsiteX84" fmla="*/ 9020594 w 9601201"/>
              <a:gd name="connsiteY84" fmla="*/ 3694913 h 4194894"/>
              <a:gd name="connsiteX85" fmla="*/ 9022202 w 9601201"/>
              <a:gd name="connsiteY85" fmla="*/ 3688119 h 4194894"/>
              <a:gd name="connsiteX86" fmla="*/ 9026400 w 9601201"/>
              <a:gd name="connsiteY86" fmla="*/ 3683760 h 4194894"/>
              <a:gd name="connsiteX87" fmla="*/ 9032051 w 9601201"/>
              <a:gd name="connsiteY87" fmla="*/ 3682268 h 4194894"/>
              <a:gd name="connsiteX88" fmla="*/ 9315846 w 9601201"/>
              <a:gd name="connsiteY88" fmla="*/ 3682192 h 4194894"/>
              <a:gd name="connsiteX89" fmla="*/ 9323811 w 9601201"/>
              <a:gd name="connsiteY89" fmla="*/ 3685531 h 4194894"/>
              <a:gd name="connsiteX90" fmla="*/ 9327067 w 9601201"/>
              <a:gd name="connsiteY90" fmla="*/ 3695073 h 4194894"/>
              <a:gd name="connsiteX91" fmla="*/ 9325499 w 9601201"/>
              <a:gd name="connsiteY91" fmla="*/ 3702142 h 4194894"/>
              <a:gd name="connsiteX92" fmla="*/ 9321300 w 9601201"/>
              <a:gd name="connsiteY92" fmla="*/ 3706501 h 4194894"/>
              <a:gd name="connsiteX93" fmla="*/ 9315688 w 9601201"/>
              <a:gd name="connsiteY93" fmla="*/ 3707954 h 4194894"/>
              <a:gd name="connsiteX94" fmla="*/ 9307879 w 9601201"/>
              <a:gd name="connsiteY94" fmla="*/ 3704616 h 4194894"/>
              <a:gd name="connsiteX95" fmla="*/ 9304780 w 9601201"/>
              <a:gd name="connsiteY95" fmla="*/ 3695073 h 4194894"/>
              <a:gd name="connsiteX96" fmla="*/ 9307958 w 9601201"/>
              <a:gd name="connsiteY96" fmla="*/ 3685531 h 4194894"/>
              <a:gd name="connsiteX97" fmla="*/ 9315846 w 9601201"/>
              <a:gd name="connsiteY97" fmla="*/ 3682192 h 4194894"/>
              <a:gd name="connsiteX98" fmla="*/ 9267344 w 9601201"/>
              <a:gd name="connsiteY98" fmla="*/ 3682192 h 4194894"/>
              <a:gd name="connsiteX99" fmla="*/ 9275309 w 9601201"/>
              <a:gd name="connsiteY99" fmla="*/ 3685531 h 4194894"/>
              <a:gd name="connsiteX100" fmla="*/ 9278565 w 9601201"/>
              <a:gd name="connsiteY100" fmla="*/ 3695073 h 4194894"/>
              <a:gd name="connsiteX101" fmla="*/ 9276997 w 9601201"/>
              <a:gd name="connsiteY101" fmla="*/ 3702142 h 4194894"/>
              <a:gd name="connsiteX102" fmla="*/ 9272798 w 9601201"/>
              <a:gd name="connsiteY102" fmla="*/ 3706501 h 4194894"/>
              <a:gd name="connsiteX103" fmla="*/ 9267186 w 9601201"/>
              <a:gd name="connsiteY103" fmla="*/ 3707954 h 4194894"/>
              <a:gd name="connsiteX104" fmla="*/ 9259377 w 9601201"/>
              <a:gd name="connsiteY104" fmla="*/ 3704616 h 4194894"/>
              <a:gd name="connsiteX105" fmla="*/ 9256278 w 9601201"/>
              <a:gd name="connsiteY105" fmla="*/ 3695073 h 4194894"/>
              <a:gd name="connsiteX106" fmla="*/ 9259456 w 9601201"/>
              <a:gd name="connsiteY106" fmla="*/ 3685531 h 4194894"/>
              <a:gd name="connsiteX107" fmla="*/ 9267344 w 9601201"/>
              <a:gd name="connsiteY107" fmla="*/ 3682192 h 4194894"/>
              <a:gd name="connsiteX108" fmla="*/ 8983155 w 9601201"/>
              <a:gd name="connsiteY108" fmla="*/ 3682192 h 4194894"/>
              <a:gd name="connsiteX109" fmla="*/ 8991121 w 9601201"/>
              <a:gd name="connsiteY109" fmla="*/ 3685531 h 4194894"/>
              <a:gd name="connsiteX110" fmla="*/ 8994378 w 9601201"/>
              <a:gd name="connsiteY110" fmla="*/ 3695073 h 4194894"/>
              <a:gd name="connsiteX111" fmla="*/ 8992808 w 9601201"/>
              <a:gd name="connsiteY111" fmla="*/ 3702142 h 4194894"/>
              <a:gd name="connsiteX112" fmla="*/ 8988610 w 9601201"/>
              <a:gd name="connsiteY112" fmla="*/ 3706501 h 4194894"/>
              <a:gd name="connsiteX113" fmla="*/ 8982998 w 9601201"/>
              <a:gd name="connsiteY113" fmla="*/ 3707954 h 4194894"/>
              <a:gd name="connsiteX114" fmla="*/ 8975190 w 9601201"/>
              <a:gd name="connsiteY114" fmla="*/ 3704616 h 4194894"/>
              <a:gd name="connsiteX115" fmla="*/ 8972090 w 9601201"/>
              <a:gd name="connsiteY115" fmla="*/ 3695073 h 4194894"/>
              <a:gd name="connsiteX116" fmla="*/ 8975269 w 9601201"/>
              <a:gd name="connsiteY116" fmla="*/ 3685531 h 4194894"/>
              <a:gd name="connsiteX117" fmla="*/ 8983155 w 9601201"/>
              <a:gd name="connsiteY117" fmla="*/ 3682192 h 4194894"/>
              <a:gd name="connsiteX118" fmla="*/ 9082514 w 9601201"/>
              <a:gd name="connsiteY118" fmla="*/ 3681641 h 4194894"/>
              <a:gd name="connsiteX119" fmla="*/ 9089813 w 9601201"/>
              <a:gd name="connsiteY119" fmla="*/ 3684193 h 4194894"/>
              <a:gd name="connsiteX120" fmla="*/ 9092874 w 9601201"/>
              <a:gd name="connsiteY120" fmla="*/ 3690987 h 4194894"/>
              <a:gd name="connsiteX121" fmla="*/ 9072235 w 9601201"/>
              <a:gd name="connsiteY121" fmla="*/ 3690987 h 4194894"/>
              <a:gd name="connsiteX122" fmla="*/ 9075648 w 9601201"/>
              <a:gd name="connsiteY122" fmla="*/ 3684115 h 4194894"/>
              <a:gd name="connsiteX123" fmla="*/ 9082514 w 9601201"/>
              <a:gd name="connsiteY123" fmla="*/ 3681641 h 4194894"/>
              <a:gd name="connsiteX124" fmla="*/ 9316001 w 9601201"/>
              <a:gd name="connsiteY124" fmla="*/ 3672611 h 4194894"/>
              <a:gd name="connsiteX125" fmla="*/ 9304623 w 9601201"/>
              <a:gd name="connsiteY125" fmla="*/ 3675399 h 4194894"/>
              <a:gd name="connsiteX126" fmla="*/ 9296579 w 9601201"/>
              <a:gd name="connsiteY126" fmla="*/ 3683293 h 4194894"/>
              <a:gd name="connsiteX127" fmla="*/ 9293637 w 9601201"/>
              <a:gd name="connsiteY127" fmla="*/ 3695073 h 4194894"/>
              <a:gd name="connsiteX128" fmla="*/ 9296501 w 9601201"/>
              <a:gd name="connsiteY128" fmla="*/ 3706855 h 4194894"/>
              <a:gd name="connsiteX129" fmla="*/ 9304387 w 9601201"/>
              <a:gd name="connsiteY129" fmla="*/ 3714748 h 4194894"/>
              <a:gd name="connsiteX130" fmla="*/ 9315688 w 9601201"/>
              <a:gd name="connsiteY130" fmla="*/ 3717537 h 4194894"/>
              <a:gd name="connsiteX131" fmla="*/ 9327185 w 9601201"/>
              <a:gd name="connsiteY131" fmla="*/ 3714748 h 4194894"/>
              <a:gd name="connsiteX132" fmla="*/ 9335347 w 9601201"/>
              <a:gd name="connsiteY132" fmla="*/ 3706855 h 4194894"/>
              <a:gd name="connsiteX133" fmla="*/ 9338368 w 9601201"/>
              <a:gd name="connsiteY133" fmla="*/ 3695073 h 4194894"/>
              <a:gd name="connsiteX134" fmla="*/ 9335425 w 9601201"/>
              <a:gd name="connsiteY134" fmla="*/ 3683293 h 4194894"/>
              <a:gd name="connsiteX135" fmla="*/ 9327382 w 9601201"/>
              <a:gd name="connsiteY135" fmla="*/ 3675399 h 4194894"/>
              <a:gd name="connsiteX136" fmla="*/ 9316001 w 9601201"/>
              <a:gd name="connsiteY136" fmla="*/ 3672611 h 4194894"/>
              <a:gd name="connsiteX137" fmla="*/ 9267500 w 9601201"/>
              <a:gd name="connsiteY137" fmla="*/ 3672611 h 4194894"/>
              <a:gd name="connsiteX138" fmla="*/ 9256122 w 9601201"/>
              <a:gd name="connsiteY138" fmla="*/ 3675399 h 4194894"/>
              <a:gd name="connsiteX139" fmla="*/ 9248077 w 9601201"/>
              <a:gd name="connsiteY139" fmla="*/ 3683293 h 4194894"/>
              <a:gd name="connsiteX140" fmla="*/ 9245134 w 9601201"/>
              <a:gd name="connsiteY140" fmla="*/ 3695073 h 4194894"/>
              <a:gd name="connsiteX141" fmla="*/ 9247999 w 9601201"/>
              <a:gd name="connsiteY141" fmla="*/ 3706855 h 4194894"/>
              <a:gd name="connsiteX142" fmla="*/ 9255885 w 9601201"/>
              <a:gd name="connsiteY142" fmla="*/ 3714748 h 4194894"/>
              <a:gd name="connsiteX143" fmla="*/ 9267186 w 9601201"/>
              <a:gd name="connsiteY143" fmla="*/ 3717537 h 4194894"/>
              <a:gd name="connsiteX144" fmla="*/ 9278683 w 9601201"/>
              <a:gd name="connsiteY144" fmla="*/ 3714748 h 4194894"/>
              <a:gd name="connsiteX145" fmla="*/ 9286845 w 9601201"/>
              <a:gd name="connsiteY145" fmla="*/ 3706855 h 4194894"/>
              <a:gd name="connsiteX146" fmla="*/ 9289866 w 9601201"/>
              <a:gd name="connsiteY146" fmla="*/ 3695073 h 4194894"/>
              <a:gd name="connsiteX147" fmla="*/ 9286923 w 9601201"/>
              <a:gd name="connsiteY147" fmla="*/ 3683293 h 4194894"/>
              <a:gd name="connsiteX148" fmla="*/ 9278880 w 9601201"/>
              <a:gd name="connsiteY148" fmla="*/ 3675399 h 4194894"/>
              <a:gd name="connsiteX149" fmla="*/ 9267500 w 9601201"/>
              <a:gd name="connsiteY149" fmla="*/ 3672611 h 4194894"/>
              <a:gd name="connsiteX150" fmla="*/ 9126543 w 9601201"/>
              <a:gd name="connsiteY150" fmla="*/ 3672611 h 4194894"/>
              <a:gd name="connsiteX151" fmla="*/ 9117400 w 9601201"/>
              <a:gd name="connsiteY151" fmla="*/ 3674339 h 4194894"/>
              <a:gd name="connsiteX152" fmla="*/ 9111436 w 9601201"/>
              <a:gd name="connsiteY152" fmla="*/ 3679053 h 4194894"/>
              <a:gd name="connsiteX153" fmla="*/ 9109356 w 9601201"/>
              <a:gd name="connsiteY153" fmla="*/ 3685650 h 4194894"/>
              <a:gd name="connsiteX154" fmla="*/ 9111592 w 9601201"/>
              <a:gd name="connsiteY154" fmla="*/ 3692640 h 4194894"/>
              <a:gd name="connsiteX155" fmla="*/ 9116929 w 9601201"/>
              <a:gd name="connsiteY155" fmla="*/ 3696488 h 4194894"/>
              <a:gd name="connsiteX156" fmla="*/ 9124894 w 9601201"/>
              <a:gd name="connsiteY156" fmla="*/ 3698923 h 4194894"/>
              <a:gd name="connsiteX157" fmla="*/ 9131760 w 9601201"/>
              <a:gd name="connsiteY157" fmla="*/ 3701240 h 4194894"/>
              <a:gd name="connsiteX158" fmla="*/ 9133919 w 9601201"/>
              <a:gd name="connsiteY158" fmla="*/ 3704421 h 4194894"/>
              <a:gd name="connsiteX159" fmla="*/ 9132154 w 9601201"/>
              <a:gd name="connsiteY159" fmla="*/ 3707641 h 4194894"/>
              <a:gd name="connsiteX160" fmla="*/ 9127247 w 9601201"/>
              <a:gd name="connsiteY160" fmla="*/ 3708898 h 4194894"/>
              <a:gd name="connsiteX161" fmla="*/ 9121873 w 9601201"/>
              <a:gd name="connsiteY161" fmla="*/ 3707248 h 4194894"/>
              <a:gd name="connsiteX162" fmla="*/ 9119401 w 9601201"/>
              <a:gd name="connsiteY162" fmla="*/ 3703086 h 4194894"/>
              <a:gd name="connsiteX163" fmla="*/ 9108336 w 9601201"/>
              <a:gd name="connsiteY163" fmla="*/ 3703086 h 4194894"/>
              <a:gd name="connsiteX164" fmla="*/ 9111044 w 9601201"/>
              <a:gd name="connsiteY164" fmla="*/ 3710391 h 4194894"/>
              <a:gd name="connsiteX165" fmla="*/ 9117752 w 9601201"/>
              <a:gd name="connsiteY165" fmla="*/ 3715613 h 4194894"/>
              <a:gd name="connsiteX166" fmla="*/ 9127327 w 9601201"/>
              <a:gd name="connsiteY166" fmla="*/ 3717537 h 4194894"/>
              <a:gd name="connsiteX167" fmla="*/ 9136391 w 9601201"/>
              <a:gd name="connsiteY167" fmla="*/ 3715849 h 4194894"/>
              <a:gd name="connsiteX168" fmla="*/ 9142355 w 9601201"/>
              <a:gd name="connsiteY168" fmla="*/ 3711176 h 4194894"/>
              <a:gd name="connsiteX169" fmla="*/ 9144434 w 9601201"/>
              <a:gd name="connsiteY169" fmla="*/ 3704421 h 4194894"/>
              <a:gd name="connsiteX170" fmla="*/ 9142120 w 9601201"/>
              <a:gd name="connsiteY170" fmla="*/ 3697471 h 4194894"/>
              <a:gd name="connsiteX171" fmla="*/ 9136822 w 9601201"/>
              <a:gd name="connsiteY171" fmla="*/ 3693582 h 4194894"/>
              <a:gd name="connsiteX172" fmla="*/ 9129053 w 9601201"/>
              <a:gd name="connsiteY172" fmla="*/ 3691148 h 4194894"/>
              <a:gd name="connsiteX173" fmla="*/ 9122225 w 9601201"/>
              <a:gd name="connsiteY173" fmla="*/ 3688830 h 4194894"/>
              <a:gd name="connsiteX174" fmla="*/ 9120029 w 9601201"/>
              <a:gd name="connsiteY174" fmla="*/ 3685492 h 4194894"/>
              <a:gd name="connsiteX175" fmla="*/ 9121638 w 9601201"/>
              <a:gd name="connsiteY175" fmla="*/ 3682429 h 4194894"/>
              <a:gd name="connsiteX176" fmla="*/ 9126227 w 9601201"/>
              <a:gd name="connsiteY176" fmla="*/ 3681330 h 4194894"/>
              <a:gd name="connsiteX177" fmla="*/ 9131368 w 9601201"/>
              <a:gd name="connsiteY177" fmla="*/ 3682862 h 4194894"/>
              <a:gd name="connsiteX178" fmla="*/ 9133526 w 9601201"/>
              <a:gd name="connsiteY178" fmla="*/ 3686984 h 4194894"/>
              <a:gd name="connsiteX179" fmla="*/ 9144042 w 9601201"/>
              <a:gd name="connsiteY179" fmla="*/ 3686984 h 4194894"/>
              <a:gd name="connsiteX180" fmla="*/ 9138941 w 9601201"/>
              <a:gd name="connsiteY180" fmla="*/ 3676499 h 4194894"/>
              <a:gd name="connsiteX181" fmla="*/ 9126543 w 9601201"/>
              <a:gd name="connsiteY181" fmla="*/ 3672611 h 4194894"/>
              <a:gd name="connsiteX182" fmla="*/ 8983312 w 9601201"/>
              <a:gd name="connsiteY182" fmla="*/ 3672611 h 4194894"/>
              <a:gd name="connsiteX183" fmla="*/ 8971933 w 9601201"/>
              <a:gd name="connsiteY183" fmla="*/ 3675399 h 4194894"/>
              <a:gd name="connsiteX184" fmla="*/ 8963889 w 9601201"/>
              <a:gd name="connsiteY184" fmla="*/ 3683293 h 4194894"/>
              <a:gd name="connsiteX185" fmla="*/ 8960946 w 9601201"/>
              <a:gd name="connsiteY185" fmla="*/ 3695073 h 4194894"/>
              <a:gd name="connsiteX186" fmla="*/ 8963811 w 9601201"/>
              <a:gd name="connsiteY186" fmla="*/ 3706855 h 4194894"/>
              <a:gd name="connsiteX187" fmla="*/ 8971698 w 9601201"/>
              <a:gd name="connsiteY187" fmla="*/ 3714748 h 4194894"/>
              <a:gd name="connsiteX188" fmla="*/ 8982998 w 9601201"/>
              <a:gd name="connsiteY188" fmla="*/ 3717537 h 4194894"/>
              <a:gd name="connsiteX189" fmla="*/ 8994495 w 9601201"/>
              <a:gd name="connsiteY189" fmla="*/ 3714748 h 4194894"/>
              <a:gd name="connsiteX190" fmla="*/ 9002657 w 9601201"/>
              <a:gd name="connsiteY190" fmla="*/ 3706855 h 4194894"/>
              <a:gd name="connsiteX191" fmla="*/ 9005678 w 9601201"/>
              <a:gd name="connsiteY191" fmla="*/ 3695073 h 4194894"/>
              <a:gd name="connsiteX192" fmla="*/ 9002735 w 9601201"/>
              <a:gd name="connsiteY192" fmla="*/ 3683293 h 4194894"/>
              <a:gd name="connsiteX193" fmla="*/ 8994692 w 9601201"/>
              <a:gd name="connsiteY193" fmla="*/ 3675399 h 4194894"/>
              <a:gd name="connsiteX194" fmla="*/ 8983312 w 9601201"/>
              <a:gd name="connsiteY194" fmla="*/ 3672611 h 4194894"/>
              <a:gd name="connsiteX195" fmla="*/ 9082829 w 9601201"/>
              <a:gd name="connsiteY195" fmla="*/ 3672609 h 4194894"/>
              <a:gd name="connsiteX196" fmla="*/ 9071449 w 9601201"/>
              <a:gd name="connsiteY196" fmla="*/ 3675357 h 4194894"/>
              <a:gd name="connsiteX197" fmla="*/ 9063758 w 9601201"/>
              <a:gd name="connsiteY197" fmla="*/ 3683212 h 4194894"/>
              <a:gd name="connsiteX198" fmla="*/ 9061013 w 9601201"/>
              <a:gd name="connsiteY198" fmla="*/ 3695072 h 4194894"/>
              <a:gd name="connsiteX199" fmla="*/ 9063797 w 9601201"/>
              <a:gd name="connsiteY199" fmla="*/ 3706854 h 4194894"/>
              <a:gd name="connsiteX200" fmla="*/ 9071567 w 9601201"/>
              <a:gd name="connsiteY200" fmla="*/ 3714746 h 4194894"/>
              <a:gd name="connsiteX201" fmla="*/ 9082829 w 9601201"/>
              <a:gd name="connsiteY201" fmla="*/ 3717535 h 4194894"/>
              <a:gd name="connsiteX202" fmla="*/ 9095935 w 9601201"/>
              <a:gd name="connsiteY202" fmla="*/ 3713490 h 4194894"/>
              <a:gd name="connsiteX203" fmla="*/ 9103153 w 9601201"/>
              <a:gd name="connsiteY203" fmla="*/ 3703162 h 4194894"/>
              <a:gd name="connsiteX204" fmla="*/ 9091304 w 9601201"/>
              <a:gd name="connsiteY204" fmla="*/ 3703162 h 4194894"/>
              <a:gd name="connsiteX205" fmla="*/ 9082593 w 9601201"/>
              <a:gd name="connsiteY205" fmla="*/ 3708424 h 4194894"/>
              <a:gd name="connsiteX206" fmla="*/ 9075451 w 9601201"/>
              <a:gd name="connsiteY206" fmla="*/ 3705753 h 4194894"/>
              <a:gd name="connsiteX207" fmla="*/ 9072156 w 9601201"/>
              <a:gd name="connsiteY207" fmla="*/ 3698370 h 4194894"/>
              <a:gd name="connsiteX208" fmla="*/ 9103939 w 9601201"/>
              <a:gd name="connsiteY208" fmla="*/ 3698370 h 4194894"/>
              <a:gd name="connsiteX209" fmla="*/ 9104253 w 9601201"/>
              <a:gd name="connsiteY209" fmla="*/ 3694129 h 4194894"/>
              <a:gd name="connsiteX210" fmla="*/ 9101544 w 9601201"/>
              <a:gd name="connsiteY210" fmla="*/ 3682859 h 4194894"/>
              <a:gd name="connsiteX211" fmla="*/ 9093934 w 9601201"/>
              <a:gd name="connsiteY211" fmla="*/ 3675280 h 4194894"/>
              <a:gd name="connsiteX212" fmla="*/ 9082829 w 9601201"/>
              <a:gd name="connsiteY212" fmla="*/ 3672609 h 4194894"/>
              <a:gd name="connsiteX213" fmla="*/ 9170571 w 9601201"/>
              <a:gd name="connsiteY213" fmla="*/ 3672608 h 4194894"/>
              <a:gd name="connsiteX214" fmla="*/ 9159427 w 9601201"/>
              <a:gd name="connsiteY214" fmla="*/ 3675396 h 4194894"/>
              <a:gd name="connsiteX215" fmla="*/ 9151814 w 9601201"/>
              <a:gd name="connsiteY215" fmla="*/ 3683251 h 4194894"/>
              <a:gd name="connsiteX216" fmla="*/ 9149068 w 9601201"/>
              <a:gd name="connsiteY216" fmla="*/ 3695071 h 4194894"/>
              <a:gd name="connsiteX217" fmla="*/ 9151814 w 9601201"/>
              <a:gd name="connsiteY217" fmla="*/ 3706892 h 4194894"/>
              <a:gd name="connsiteX218" fmla="*/ 9159427 w 9601201"/>
              <a:gd name="connsiteY218" fmla="*/ 3714746 h 4194894"/>
              <a:gd name="connsiteX219" fmla="*/ 9170571 w 9601201"/>
              <a:gd name="connsiteY219" fmla="*/ 3717534 h 4194894"/>
              <a:gd name="connsiteX220" fmla="*/ 9183912 w 9601201"/>
              <a:gd name="connsiteY220" fmla="*/ 3713372 h 4194894"/>
              <a:gd name="connsiteX221" fmla="*/ 9191053 w 9601201"/>
              <a:gd name="connsiteY221" fmla="*/ 3702140 h 4194894"/>
              <a:gd name="connsiteX222" fmla="*/ 9179203 w 9601201"/>
              <a:gd name="connsiteY222" fmla="*/ 3702140 h 4194894"/>
              <a:gd name="connsiteX223" fmla="*/ 9170492 w 9601201"/>
              <a:gd name="connsiteY223" fmla="*/ 3708110 h 4194894"/>
              <a:gd name="connsiteX224" fmla="*/ 9163037 w 9601201"/>
              <a:gd name="connsiteY224" fmla="*/ 3704692 h 4194894"/>
              <a:gd name="connsiteX225" fmla="*/ 9160291 w 9601201"/>
              <a:gd name="connsiteY225" fmla="*/ 3695071 h 4194894"/>
              <a:gd name="connsiteX226" fmla="*/ 9163037 w 9601201"/>
              <a:gd name="connsiteY226" fmla="*/ 3685371 h 4194894"/>
              <a:gd name="connsiteX227" fmla="*/ 9170492 w 9601201"/>
              <a:gd name="connsiteY227" fmla="*/ 3681955 h 4194894"/>
              <a:gd name="connsiteX228" fmla="*/ 9176024 w 9601201"/>
              <a:gd name="connsiteY228" fmla="*/ 3683565 h 4194894"/>
              <a:gd name="connsiteX229" fmla="*/ 9179203 w 9601201"/>
              <a:gd name="connsiteY229" fmla="*/ 3688002 h 4194894"/>
              <a:gd name="connsiteX230" fmla="*/ 9191053 w 9601201"/>
              <a:gd name="connsiteY230" fmla="*/ 3688002 h 4194894"/>
              <a:gd name="connsiteX231" fmla="*/ 9183952 w 9601201"/>
              <a:gd name="connsiteY231" fmla="*/ 3676653 h 4194894"/>
              <a:gd name="connsiteX232" fmla="*/ 9170571 w 9601201"/>
              <a:gd name="connsiteY232" fmla="*/ 3672608 h 4194894"/>
              <a:gd name="connsiteX233" fmla="*/ 9029225 w 9601201"/>
              <a:gd name="connsiteY233" fmla="*/ 3672607 h 4194894"/>
              <a:gd name="connsiteX234" fmla="*/ 9019141 w 9601201"/>
              <a:gd name="connsiteY234" fmla="*/ 3675355 h 4194894"/>
              <a:gd name="connsiteX235" fmla="*/ 9012001 w 9601201"/>
              <a:gd name="connsiteY235" fmla="*/ 3683209 h 4194894"/>
              <a:gd name="connsiteX236" fmla="*/ 9009371 w 9601201"/>
              <a:gd name="connsiteY236" fmla="*/ 3694913 h 4194894"/>
              <a:gd name="connsiteX237" fmla="*/ 9012001 w 9601201"/>
              <a:gd name="connsiteY237" fmla="*/ 3706733 h 4194894"/>
              <a:gd name="connsiteX238" fmla="*/ 9019180 w 9601201"/>
              <a:gd name="connsiteY238" fmla="*/ 3714705 h 4194894"/>
              <a:gd name="connsiteX239" fmla="*/ 9029225 w 9601201"/>
              <a:gd name="connsiteY239" fmla="*/ 3717533 h 4194894"/>
              <a:gd name="connsiteX240" fmla="*/ 9037741 w 9601201"/>
              <a:gd name="connsiteY240" fmla="*/ 3715490 h 4194894"/>
              <a:gd name="connsiteX241" fmla="*/ 9043587 w 9601201"/>
              <a:gd name="connsiteY241" fmla="*/ 3710385 h 4194894"/>
              <a:gd name="connsiteX242" fmla="*/ 9043587 w 9601201"/>
              <a:gd name="connsiteY242" fmla="*/ 3717140 h 4194894"/>
              <a:gd name="connsiteX243" fmla="*/ 9040605 w 9601201"/>
              <a:gd name="connsiteY243" fmla="*/ 3725819 h 4194894"/>
              <a:gd name="connsiteX244" fmla="*/ 9032835 w 9601201"/>
              <a:gd name="connsiteY244" fmla="*/ 3728685 h 4194894"/>
              <a:gd name="connsiteX245" fmla="*/ 9025890 w 9601201"/>
              <a:gd name="connsiteY245" fmla="*/ 3726918 h 4194894"/>
              <a:gd name="connsiteX246" fmla="*/ 9022162 w 9601201"/>
              <a:gd name="connsiteY246" fmla="*/ 3722167 h 4194894"/>
              <a:gd name="connsiteX247" fmla="*/ 9011254 w 9601201"/>
              <a:gd name="connsiteY247" fmla="*/ 3722167 h 4194894"/>
              <a:gd name="connsiteX248" fmla="*/ 9017964 w 9601201"/>
              <a:gd name="connsiteY248" fmla="*/ 3733948 h 4194894"/>
              <a:gd name="connsiteX249" fmla="*/ 9033150 w 9601201"/>
              <a:gd name="connsiteY249" fmla="*/ 3738268 h 4194894"/>
              <a:gd name="connsiteX250" fmla="*/ 9044920 w 9601201"/>
              <a:gd name="connsiteY250" fmla="*/ 3735479 h 4194894"/>
              <a:gd name="connsiteX251" fmla="*/ 9052219 w 9601201"/>
              <a:gd name="connsiteY251" fmla="*/ 3727939 h 4194894"/>
              <a:gd name="connsiteX252" fmla="*/ 9054652 w 9601201"/>
              <a:gd name="connsiteY252" fmla="*/ 3717140 h 4194894"/>
              <a:gd name="connsiteX253" fmla="*/ 9054652 w 9601201"/>
              <a:gd name="connsiteY253" fmla="*/ 3673314 h 4194894"/>
              <a:gd name="connsiteX254" fmla="*/ 9043587 w 9601201"/>
              <a:gd name="connsiteY254" fmla="*/ 3673314 h 4194894"/>
              <a:gd name="connsiteX255" fmla="*/ 9043587 w 9601201"/>
              <a:gd name="connsiteY255" fmla="*/ 3679518 h 4194894"/>
              <a:gd name="connsiteX256" fmla="*/ 9037781 w 9601201"/>
              <a:gd name="connsiteY256" fmla="*/ 3674532 h 4194894"/>
              <a:gd name="connsiteX257" fmla="*/ 9029225 w 9601201"/>
              <a:gd name="connsiteY257" fmla="*/ 3672607 h 4194894"/>
              <a:gd name="connsiteX258" fmla="*/ 9344794 w 9601201"/>
              <a:gd name="connsiteY258" fmla="*/ 3658741 h 4194894"/>
              <a:gd name="connsiteX259" fmla="*/ 9344794 w 9601201"/>
              <a:gd name="connsiteY259" fmla="*/ 3716862 h 4194894"/>
              <a:gd name="connsiteX260" fmla="*/ 9355780 w 9601201"/>
              <a:gd name="connsiteY260" fmla="*/ 3716862 h 4194894"/>
              <a:gd name="connsiteX261" fmla="*/ 9355780 w 9601201"/>
              <a:gd name="connsiteY261" fmla="*/ 3658741 h 4194894"/>
              <a:gd name="connsiteX262" fmla="*/ 9197574 w 9601201"/>
              <a:gd name="connsiteY262" fmla="*/ 3658707 h 4194894"/>
              <a:gd name="connsiteX263" fmla="*/ 9197574 w 9601201"/>
              <a:gd name="connsiteY263" fmla="*/ 3716828 h 4194894"/>
              <a:gd name="connsiteX264" fmla="*/ 9208560 w 9601201"/>
              <a:gd name="connsiteY264" fmla="*/ 3716828 h 4194894"/>
              <a:gd name="connsiteX265" fmla="*/ 9208560 w 9601201"/>
              <a:gd name="connsiteY265" fmla="*/ 3692794 h 4194894"/>
              <a:gd name="connsiteX266" fmla="*/ 9211189 w 9601201"/>
              <a:gd name="connsiteY266" fmla="*/ 3684822 h 4194894"/>
              <a:gd name="connsiteX267" fmla="*/ 9218370 w 9601201"/>
              <a:gd name="connsiteY267" fmla="*/ 3682034 h 4194894"/>
              <a:gd name="connsiteX268" fmla="*/ 9225433 w 9601201"/>
              <a:gd name="connsiteY268" fmla="*/ 3684822 h 4194894"/>
              <a:gd name="connsiteX269" fmla="*/ 9228023 w 9601201"/>
              <a:gd name="connsiteY269" fmla="*/ 3692794 h 4194894"/>
              <a:gd name="connsiteX270" fmla="*/ 9228023 w 9601201"/>
              <a:gd name="connsiteY270" fmla="*/ 3716828 h 4194894"/>
              <a:gd name="connsiteX271" fmla="*/ 9239009 w 9601201"/>
              <a:gd name="connsiteY271" fmla="*/ 3716828 h 4194894"/>
              <a:gd name="connsiteX272" fmla="*/ 9239009 w 9601201"/>
              <a:gd name="connsiteY272" fmla="*/ 3691301 h 4194894"/>
              <a:gd name="connsiteX273" fmla="*/ 9236850 w 9601201"/>
              <a:gd name="connsiteY273" fmla="*/ 3681209 h 4194894"/>
              <a:gd name="connsiteX274" fmla="*/ 9230848 w 9601201"/>
              <a:gd name="connsiteY274" fmla="*/ 3674847 h 4194894"/>
              <a:gd name="connsiteX275" fmla="*/ 9222059 w 9601201"/>
              <a:gd name="connsiteY275" fmla="*/ 3672687 h 4194894"/>
              <a:gd name="connsiteX276" fmla="*/ 9214210 w 9601201"/>
              <a:gd name="connsiteY276" fmla="*/ 3674298 h 4194894"/>
              <a:gd name="connsiteX277" fmla="*/ 9208560 w 9601201"/>
              <a:gd name="connsiteY277" fmla="*/ 3678735 h 4194894"/>
              <a:gd name="connsiteX278" fmla="*/ 9208560 w 9601201"/>
              <a:gd name="connsiteY278" fmla="*/ 3658707 h 4194894"/>
              <a:gd name="connsiteX279" fmla="*/ 8913386 w 9601201"/>
              <a:gd name="connsiteY279" fmla="*/ 3658707 h 4194894"/>
              <a:gd name="connsiteX280" fmla="*/ 8913386 w 9601201"/>
              <a:gd name="connsiteY280" fmla="*/ 3716828 h 4194894"/>
              <a:gd name="connsiteX281" fmla="*/ 8924372 w 9601201"/>
              <a:gd name="connsiteY281" fmla="*/ 3716828 h 4194894"/>
              <a:gd name="connsiteX282" fmla="*/ 8924372 w 9601201"/>
              <a:gd name="connsiteY282" fmla="*/ 3692794 h 4194894"/>
              <a:gd name="connsiteX283" fmla="*/ 8927001 w 9601201"/>
              <a:gd name="connsiteY283" fmla="*/ 3684822 h 4194894"/>
              <a:gd name="connsiteX284" fmla="*/ 8934181 w 9601201"/>
              <a:gd name="connsiteY284" fmla="*/ 3682034 h 4194894"/>
              <a:gd name="connsiteX285" fmla="*/ 8941244 w 9601201"/>
              <a:gd name="connsiteY285" fmla="*/ 3684822 h 4194894"/>
              <a:gd name="connsiteX286" fmla="*/ 8943834 w 9601201"/>
              <a:gd name="connsiteY286" fmla="*/ 3692794 h 4194894"/>
              <a:gd name="connsiteX287" fmla="*/ 8943834 w 9601201"/>
              <a:gd name="connsiteY287" fmla="*/ 3716828 h 4194894"/>
              <a:gd name="connsiteX288" fmla="*/ 8954820 w 9601201"/>
              <a:gd name="connsiteY288" fmla="*/ 3716828 h 4194894"/>
              <a:gd name="connsiteX289" fmla="*/ 8954820 w 9601201"/>
              <a:gd name="connsiteY289" fmla="*/ 3691301 h 4194894"/>
              <a:gd name="connsiteX290" fmla="*/ 8952662 w 9601201"/>
              <a:gd name="connsiteY290" fmla="*/ 3681209 h 4194894"/>
              <a:gd name="connsiteX291" fmla="*/ 8946659 w 9601201"/>
              <a:gd name="connsiteY291" fmla="*/ 3674847 h 4194894"/>
              <a:gd name="connsiteX292" fmla="*/ 8937869 w 9601201"/>
              <a:gd name="connsiteY292" fmla="*/ 3672687 h 4194894"/>
              <a:gd name="connsiteX293" fmla="*/ 8930022 w 9601201"/>
              <a:gd name="connsiteY293" fmla="*/ 3674298 h 4194894"/>
              <a:gd name="connsiteX294" fmla="*/ 8924372 w 9601201"/>
              <a:gd name="connsiteY294" fmla="*/ 3678735 h 4194894"/>
              <a:gd name="connsiteX295" fmla="*/ 8924372 w 9601201"/>
              <a:gd name="connsiteY295" fmla="*/ 3658707 h 4194894"/>
              <a:gd name="connsiteX296" fmla="*/ 8686393 w 9601201"/>
              <a:gd name="connsiteY296" fmla="*/ 3649867 h 4194894"/>
              <a:gd name="connsiteX297" fmla="*/ 8775707 w 9601201"/>
              <a:gd name="connsiteY297" fmla="*/ 3739256 h 4194894"/>
              <a:gd name="connsiteX298" fmla="*/ 8865022 w 9601201"/>
              <a:gd name="connsiteY298" fmla="*/ 3649867 h 4194894"/>
              <a:gd name="connsiteX299" fmla="*/ 8821608 w 9601201"/>
              <a:gd name="connsiteY299" fmla="*/ 3649867 h 4194894"/>
              <a:gd name="connsiteX300" fmla="*/ 8775707 w 9601201"/>
              <a:gd name="connsiteY300" fmla="*/ 3695806 h 4194894"/>
              <a:gd name="connsiteX301" fmla="*/ 8729806 w 9601201"/>
              <a:gd name="connsiteY301" fmla="*/ 3649867 h 4194894"/>
              <a:gd name="connsiteX302" fmla="*/ 0 w 9601201"/>
              <a:gd name="connsiteY302" fmla="*/ 0 h 4194894"/>
              <a:gd name="connsiteX303" fmla="*/ 3649813 w 9601201"/>
              <a:gd name="connsiteY303" fmla="*/ 0 h 4194894"/>
              <a:gd name="connsiteX304" fmla="*/ 5398520 w 9601201"/>
              <a:gd name="connsiteY304" fmla="*/ 0 h 4194894"/>
              <a:gd name="connsiteX305" fmla="*/ 5398520 w 9601201"/>
              <a:gd name="connsiteY305" fmla="*/ 1 h 4194894"/>
              <a:gd name="connsiteX306" fmla="*/ 9601199 w 9601201"/>
              <a:gd name="connsiteY306" fmla="*/ 1 h 4194894"/>
              <a:gd name="connsiteX307" fmla="*/ 9601199 w 9601201"/>
              <a:gd name="connsiteY307" fmla="*/ 0 h 4194894"/>
              <a:gd name="connsiteX308" fmla="*/ 9601200 w 9601201"/>
              <a:gd name="connsiteY308" fmla="*/ 0 h 4194894"/>
              <a:gd name="connsiteX309" fmla="*/ 9601200 w 9601201"/>
              <a:gd name="connsiteY309" fmla="*/ 689694 h 4194894"/>
              <a:gd name="connsiteX310" fmla="*/ 9601201 w 9601201"/>
              <a:gd name="connsiteY310" fmla="*/ 689694 h 4194894"/>
              <a:gd name="connsiteX311" fmla="*/ 9601201 w 9601201"/>
              <a:gd name="connsiteY311" fmla="*/ 3524969 h 4194894"/>
              <a:gd name="connsiteX312" fmla="*/ 9601200 w 9601201"/>
              <a:gd name="connsiteY312" fmla="*/ 3524969 h 4194894"/>
              <a:gd name="connsiteX313" fmla="*/ 9601200 w 9601201"/>
              <a:gd name="connsiteY313" fmla="*/ 4194894 h 4194894"/>
              <a:gd name="connsiteX314" fmla="*/ 4291693 w 9601201"/>
              <a:gd name="connsiteY314" fmla="*/ 4194894 h 4194894"/>
              <a:gd name="connsiteX315" fmla="*/ 4291693 w 9601201"/>
              <a:gd name="connsiteY315" fmla="*/ 4194893 h 4194894"/>
              <a:gd name="connsiteX316" fmla="*/ 0 w 9601201"/>
              <a:gd name="connsiteY316"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Lst>
            <a:rect l="l" t="t" r="r" b="b"/>
            <a:pathLst>
              <a:path w="9601201"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0" y="0"/>
                </a:moveTo>
                <a:lnTo>
                  <a:pt x="3649813" y="0"/>
                </a:lnTo>
                <a:lnTo>
                  <a:pt x="5398520" y="0"/>
                </a:lnTo>
                <a:lnTo>
                  <a:pt x="5398520" y="1"/>
                </a:lnTo>
                <a:lnTo>
                  <a:pt x="9601199" y="1"/>
                </a:lnTo>
                <a:lnTo>
                  <a:pt x="9601199" y="0"/>
                </a:lnTo>
                <a:lnTo>
                  <a:pt x="9601200" y="0"/>
                </a:lnTo>
                <a:lnTo>
                  <a:pt x="9601200" y="689694"/>
                </a:lnTo>
                <a:lnTo>
                  <a:pt x="9601201" y="689694"/>
                </a:lnTo>
                <a:lnTo>
                  <a:pt x="9601201" y="3524969"/>
                </a:lnTo>
                <a:lnTo>
                  <a:pt x="9601200" y="3524969"/>
                </a:lnTo>
                <a:lnTo>
                  <a:pt x="9601200" y="4194894"/>
                </a:lnTo>
                <a:lnTo>
                  <a:pt x="4291693" y="4194894"/>
                </a:lnTo>
                <a:lnTo>
                  <a:pt x="4291693" y="4194893"/>
                </a:lnTo>
                <a:lnTo>
                  <a:pt x="0" y="4194893"/>
                </a:lnTo>
                <a:close/>
              </a:path>
            </a:pathLst>
          </a:custGeom>
          <a:solidFill>
            <a:schemeClr val="bg2">
              <a:lumMod val="60000"/>
              <a:lumOff val="40000"/>
            </a:schemeClr>
          </a:solidFill>
        </p:spPr>
        <p:txBody>
          <a:bodyPr wrap="square">
            <a:noAutofit/>
          </a:bodyPr>
          <a:lstStyle/>
          <a:p>
            <a:r>
              <a:rPr lang="en-US"/>
              <a:t>Click icon to add picture</a:t>
            </a: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HOOFDSTUK</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ijdelijke aanduiding voor tekst 11">
            <a:extLst>
              <a:ext uri="{FF2B5EF4-FFF2-40B4-BE49-F238E27FC236}">
                <a16:creationId xmlns:a16="http://schemas.microsoft.com/office/drawing/2014/main" id="{F2FC2839-60EF-284B-AC91-1CD75609C1F2}"/>
              </a:ext>
            </a:extLst>
          </p:cNvPr>
          <p:cNvSpPr>
            <a:spLocks noGrp="1"/>
          </p:cNvSpPr>
          <p:nvPr>
            <p:ph type="body" sz="quarter" idx="10" hasCustomPrompt="1"/>
          </p:nvPr>
        </p:nvSpPr>
        <p:spPr>
          <a:xfrm>
            <a:off x="2590799" y="1872542"/>
            <a:ext cx="9169012" cy="307127"/>
          </a:xfrm>
        </p:spPr>
        <p:txBody>
          <a:bodyPr lIns="0" rIns="0">
            <a:normAutofit/>
          </a:bodyPr>
          <a:lstStyle>
            <a:lvl1pPr marL="0" indent="0">
              <a:buNone/>
              <a:defRPr sz="1600" b="1" i="1">
                <a:solidFill>
                  <a:schemeClr val="bg2">
                    <a:lumMod val="20000"/>
                    <a:lumOff val="80000"/>
                  </a:schemeClr>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hoofdstuk</a:t>
            </a:r>
            <a:endParaRPr lang="en-GB"/>
          </a:p>
        </p:txBody>
      </p:sp>
      <p:sp>
        <p:nvSpPr>
          <p:cNvPr id="32" name="Tijdelijke aanduiding voor tekst 11">
            <a:extLst>
              <a:ext uri="{FF2B5EF4-FFF2-40B4-BE49-F238E27FC236}">
                <a16:creationId xmlns:a16="http://schemas.microsoft.com/office/drawing/2014/main" id="{0882493A-0D63-EB4B-85E7-D8BD1BD21827}"/>
              </a:ext>
            </a:extLst>
          </p:cNvPr>
          <p:cNvSpPr>
            <a:spLocks noGrp="1"/>
          </p:cNvSpPr>
          <p:nvPr>
            <p:ph type="body" sz="quarter" idx="15" hasCustomPrompt="1"/>
          </p:nvPr>
        </p:nvSpPr>
        <p:spPr>
          <a:xfrm>
            <a:off x="1308395" y="4244600"/>
            <a:ext cx="2564806" cy="2215991"/>
          </a:xfrm>
        </p:spPr>
        <p:txBody>
          <a:bodyPr wrap="none" lIns="0" tIns="0" rIns="0" bIns="0">
            <a:spAutoFit/>
          </a:bodyPr>
          <a:lstStyle>
            <a:lvl1pPr marL="0" indent="0" algn="ctr">
              <a:buNone/>
              <a:defRPr sz="144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Tree>
    <p:extLst>
      <p:ext uri="{BB962C8B-B14F-4D97-AF65-F5344CB8AC3E}">
        <p14:creationId xmlns:p14="http://schemas.microsoft.com/office/powerpoint/2010/main" val="146917269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62" name="Graphic 2">
            <a:extLst>
              <a:ext uri="{FF2B5EF4-FFF2-40B4-BE49-F238E27FC236}">
                <a16:creationId xmlns:a16="http://schemas.microsoft.com/office/drawing/2014/main" id="{EC1B31F3-9CF8-7D43-8B3C-1C4D96402985}"/>
              </a:ext>
            </a:extLst>
          </p:cNvPr>
          <p:cNvGrpSpPr>
            <a:grpSpLocks noChangeAspect="1"/>
          </p:cNvGrpSpPr>
          <p:nvPr userDrawn="1"/>
        </p:nvGrpSpPr>
        <p:grpSpPr>
          <a:xfrm>
            <a:off x="11131645" y="6312991"/>
            <a:ext cx="814935" cy="291600"/>
            <a:chOff x="-1597345" y="233060"/>
            <a:chExt cx="9980364" cy="3571175"/>
          </a:xfrm>
        </p:grpSpPr>
        <p:sp>
          <p:nvSpPr>
            <p:cNvPr id="63" name="Vrije vorm 62">
              <a:extLst>
                <a:ext uri="{FF2B5EF4-FFF2-40B4-BE49-F238E27FC236}">
                  <a16:creationId xmlns:a16="http://schemas.microsoft.com/office/drawing/2014/main" id="{0D8C5C7A-25FE-5946-BE03-80592EC0E99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8732CFBF-7C5B-974B-9D6D-B1F9B2A6E6A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6B5A91DB-253F-0748-BAAF-9D588B63E7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6" name="Graphic 2">
              <a:extLst>
                <a:ext uri="{FF2B5EF4-FFF2-40B4-BE49-F238E27FC236}">
                  <a16:creationId xmlns:a16="http://schemas.microsoft.com/office/drawing/2014/main" id="{640FEDF8-ACE7-8B43-B561-61710405237E}"/>
                </a:ext>
              </a:extLst>
            </p:cNvPr>
            <p:cNvGrpSpPr/>
            <p:nvPr/>
          </p:nvGrpSpPr>
          <p:grpSpPr>
            <a:xfrm>
              <a:off x="184698" y="233060"/>
              <a:ext cx="8198320" cy="3571175"/>
              <a:chOff x="184698" y="233060"/>
              <a:chExt cx="8198320" cy="3571175"/>
            </a:xfrm>
          </p:grpSpPr>
          <p:sp>
            <p:nvSpPr>
              <p:cNvPr id="67" name="Vrije vorm 66">
                <a:extLst>
                  <a:ext uri="{FF2B5EF4-FFF2-40B4-BE49-F238E27FC236}">
                    <a16:creationId xmlns:a16="http://schemas.microsoft.com/office/drawing/2014/main" id="{1B8811D1-FC7F-C64B-BA3F-E231CF85CCE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C923F4B-A9F8-D545-8553-06B17D86BD1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AE3CF8A9-E2D4-DD40-911F-02947B4B8D7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16FE5C6-54A5-6541-B10F-DC7BBFD3800A}"/>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62000E0-B7BF-D24F-AEBC-DE12982D74B2}"/>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706AEFE-DDF8-3740-AFB0-3F176B30B0F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E28AD672-42C4-1840-ADDD-49051373333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1C5DE114-1F12-1D43-9101-7B280F9C2D6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CD1CF904-38EF-264A-A61E-8C7B99E0AF4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EEBD3F15-D27B-EB44-B440-7BAD40A1334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0A057BFB-728D-FB47-839C-8E363800D815}"/>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E604F658-6ABC-2C4C-832E-E9DEDE84894B}"/>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129C1EE7-852A-074A-B315-1DDEA8C45F8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30770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kst 2 Kolommen">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p:spPr>
        <p:txBody>
          <a:bodyPr lIns="0" tIns="0" rIns="0" bIns="0" numCol="2" spcCol="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11" name="Tijdelijke aanduiding voor dianummer 5">
            <a:extLst>
              <a:ext uri="{FF2B5EF4-FFF2-40B4-BE49-F238E27FC236}">
                <a16:creationId xmlns:a16="http://schemas.microsoft.com/office/drawing/2014/main" id="{F75ADF20-F78A-974B-BD57-6F71EBAD5DD9}"/>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64" name="Graphic 2">
            <a:extLst>
              <a:ext uri="{FF2B5EF4-FFF2-40B4-BE49-F238E27FC236}">
                <a16:creationId xmlns:a16="http://schemas.microsoft.com/office/drawing/2014/main" id="{A24A5D17-0E2B-BB43-BA05-8D9DAD6275D1}"/>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B50EF327-A2BE-1644-AB38-FB795F948E1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B16FBEDB-479D-F844-AAC2-010CB4AFC57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6D02DEE3-76C2-2647-8493-7C3446FB6B9A}"/>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84D63542-B5EB-0846-8023-BE50A7FB95FE}"/>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DC57BC06-5A0B-7F49-BA54-0C4BFAE1029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2FAC602F-DD9C-774A-B3C7-87D6FE8C326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DE090DD8-F970-AC40-A265-8CB1FE8C116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EFA80BD3-2821-3840-8E5B-122C10BE2DB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C7688565-E19E-104D-8A30-1EF4305A977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C106AE8C-A843-244D-8E8E-650940FB17E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282072A8-C318-734E-AFBB-02B6134A9A8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C9F072E5-6826-6147-B962-550C07DF9E1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83283867-287D-F541-BC78-3AC873EBFBA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08B997FB-8A37-C748-A8DD-EA72D49C3C35}"/>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8B515EB0-FCA1-E54F-81A8-57A75926D42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45EBF972-80B0-904A-87A3-825811D8E5D4}"/>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144EE146-1E10-3E4B-80B6-DDA2E44D070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18856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x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ekst 784">
            <a:extLst>
              <a:ext uri="{FF2B5EF4-FFF2-40B4-BE49-F238E27FC236}">
                <a16:creationId xmlns:a16="http://schemas.microsoft.com/office/drawing/2014/main" id="{17C2D787-56BB-4343-AE37-1383F6CA3D75}"/>
              </a:ext>
            </a:extLst>
          </p:cNvPr>
          <p:cNvSpPr>
            <a:spLocks noGrp="1"/>
          </p:cNvSpPr>
          <p:nvPr>
            <p:ph type="body" sz="quarter" idx="14"/>
          </p:nvPr>
        </p:nvSpPr>
        <p:spPr>
          <a:xfrm>
            <a:off x="6586480" y="2368988"/>
            <a:ext cx="4767320" cy="3694195"/>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64" name="Graphic 2">
            <a:extLst>
              <a:ext uri="{FF2B5EF4-FFF2-40B4-BE49-F238E27FC236}">
                <a16:creationId xmlns:a16="http://schemas.microsoft.com/office/drawing/2014/main" id="{426D64A4-92FC-4748-BB27-DA7935A1B2A6}"/>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8458D9A2-A761-764B-A1CD-B007E0708A2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9A2FD3A4-E98E-6748-8E53-DC4183400D22}"/>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432DAD44-BB75-2C4E-BC03-A061CED1E1A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174ED149-9577-B342-891B-C365C4612CEE}"/>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8AFCF62F-6363-704E-9816-46AE0D28BED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7336A15F-9D18-6340-A655-EC779226B2B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DD00C6A-FE08-D441-822C-A559887308D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93CDCCCC-A1B5-9D41-AA5E-AD2191B37AE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2E9CDA95-D08C-5B49-8344-1FD673009077}"/>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B325B697-3C8B-BE4F-A522-74411BA7004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2830739A-6BA8-0745-A41E-9909C71A6DCB}"/>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480CAC81-EE96-FC4F-849C-D8C7E18D8D2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D4537EF6-FA3C-DE4A-9567-0DC218194F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1F87A17E-5374-6246-A876-3DC242F572C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54ACDCD7-5562-E741-989D-9E4491E2FAC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7DCF6F21-23AD-7E46-A739-8D8673B29C2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D496EB47-ACB8-1D45-B5C0-12F7671C107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511778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0% Grafiek">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9769306" cy="3694113"/>
          </a:xfrm>
        </p:spPr>
        <p:txBody>
          <a:bodyPr/>
          <a:lstStyle/>
          <a:p>
            <a:r>
              <a:rPr lang="en-US"/>
              <a:t>Click icon to add chart</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60" name="Graphic 2">
            <a:extLst>
              <a:ext uri="{FF2B5EF4-FFF2-40B4-BE49-F238E27FC236}">
                <a16:creationId xmlns:a16="http://schemas.microsoft.com/office/drawing/2014/main" id="{2649E28E-B205-E247-B1CC-CF6850CCF6B7}"/>
              </a:ext>
            </a:extLst>
          </p:cNvPr>
          <p:cNvGrpSpPr>
            <a:grpSpLocks noChangeAspect="1"/>
          </p:cNvGrpSpPr>
          <p:nvPr userDrawn="1"/>
        </p:nvGrpSpPr>
        <p:grpSpPr>
          <a:xfrm>
            <a:off x="11131645" y="6312991"/>
            <a:ext cx="814935" cy="291600"/>
            <a:chOff x="-1597345" y="233060"/>
            <a:chExt cx="9980364" cy="3571175"/>
          </a:xfrm>
        </p:grpSpPr>
        <p:sp>
          <p:nvSpPr>
            <p:cNvPr id="61" name="Vrije vorm 60">
              <a:extLst>
                <a:ext uri="{FF2B5EF4-FFF2-40B4-BE49-F238E27FC236}">
                  <a16:creationId xmlns:a16="http://schemas.microsoft.com/office/drawing/2014/main" id="{5FDAC210-0B39-6D43-AE2A-96BC2778D275}"/>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B18DEDDB-E17E-A24C-972F-A54DE0022BEA}"/>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00FE93D5-F6B5-554D-8F76-339469916A2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4" name="Graphic 2">
              <a:extLst>
                <a:ext uri="{FF2B5EF4-FFF2-40B4-BE49-F238E27FC236}">
                  <a16:creationId xmlns:a16="http://schemas.microsoft.com/office/drawing/2014/main" id="{DF146F75-0B2B-A64C-827F-F3C79145A311}"/>
                </a:ext>
              </a:extLst>
            </p:cNvPr>
            <p:cNvGrpSpPr/>
            <p:nvPr/>
          </p:nvGrpSpPr>
          <p:grpSpPr>
            <a:xfrm>
              <a:off x="184698" y="233060"/>
              <a:ext cx="8198320" cy="3571175"/>
              <a:chOff x="184698" y="233060"/>
              <a:chExt cx="8198320" cy="3571175"/>
            </a:xfrm>
          </p:grpSpPr>
          <p:sp>
            <p:nvSpPr>
              <p:cNvPr id="65" name="Vrije vorm 64">
                <a:extLst>
                  <a:ext uri="{FF2B5EF4-FFF2-40B4-BE49-F238E27FC236}">
                    <a16:creationId xmlns:a16="http://schemas.microsoft.com/office/drawing/2014/main" id="{184B5886-51E2-2D46-802A-BD91C2C430F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69AFD5F9-C256-BE47-8E34-92E36239ACC4}"/>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1918395C-0FD5-AA44-8DA7-D2F9A51D626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484625E-20BF-AB4D-9E97-5D5B0D332ED5}"/>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CF515355-32DE-8348-A155-C4BF8D01E04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08B8C5D-F2CD-3043-B6CE-B551F44811B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1ADAE0FA-5C55-6A46-810D-8A1A1837C65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3C4E2899-A77A-0447-8159-721E91E57DA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75F4D695-938C-4647-876A-008F7894D4EA}"/>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DDC21F83-12C8-4D43-9540-F51BDCCA605D}"/>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EE95CA2B-2910-0549-A9E1-58E0AE013F0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FEF0DA5D-852C-9745-9E54-F4C40A859E7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3CFF8D25-7DD9-2A42-947E-BE87DF7D131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680550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fiek op Tekst">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114988"/>
            <a:ext cx="9769306" cy="2587642"/>
          </a:xfrm>
        </p:spPr>
        <p:txBody>
          <a:bodyPr/>
          <a:lstStyle/>
          <a:p>
            <a:r>
              <a:rPr lang="en-US"/>
              <a:t>Click icon to add chart</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2" name="Graphic 2">
            <a:extLst>
              <a:ext uri="{FF2B5EF4-FFF2-40B4-BE49-F238E27FC236}">
                <a16:creationId xmlns:a16="http://schemas.microsoft.com/office/drawing/2014/main" id="{FB9AADA1-C86C-2346-931D-2AE1935F5B93}"/>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0D08E994-61A0-F84B-8D0F-EA4FE390B5E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CC4F8096-D675-EE49-AB3F-7342427C39D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436FE9C3-CD51-884A-AC03-248B245F008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98232B75-3E88-1B48-969A-9F18BB33C8B5}"/>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CB8128B7-3FAB-B94C-B2C4-0200D50B55B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8E1E3486-808B-3549-93F1-9D08594A249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369DB0C2-BE09-064F-B3AE-0D43E1BB818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12CCA3F3-9F23-374D-BD11-D5E277B4D66F}"/>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B879EE1A-A8DC-C148-AAF6-332158C1587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3135032C-78D2-1D45-87C1-A5D0D6984DB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EE72B044-1938-8D41-9558-A97A574FF05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62CA95DE-36D0-244D-A005-ED980F01427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3534B6B2-91EA-7042-BB55-AA6FE363918C}"/>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637EBD27-C6E9-C841-ABF7-4F237D9387AB}"/>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16E85A6-9718-FE4A-8FD9-C64FCD6CB02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27C301CE-A6F7-B34D-B0DE-657EE8F7771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0A7E3A84-51E1-A94E-BAC8-73919E84C58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716286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6586538" y="2368550"/>
            <a:ext cx="4767262" cy="3694113"/>
          </a:xfrm>
        </p:spPr>
        <p:txBody>
          <a:bodyPr/>
          <a:lstStyle/>
          <a:p>
            <a:r>
              <a:rPr lang="en-US"/>
              <a:t>Click icon to add chart</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2" name="Graphic 2">
            <a:extLst>
              <a:ext uri="{FF2B5EF4-FFF2-40B4-BE49-F238E27FC236}">
                <a16:creationId xmlns:a16="http://schemas.microsoft.com/office/drawing/2014/main" id="{6D3FC367-3151-E94F-A6B3-DDDCE7A1592D}"/>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E83CB1E0-9BBB-2840-BBD3-DEE48F6F0C4C}"/>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543B5031-195E-C24E-A95E-8656F6411FB2}"/>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E9B0C9A1-78FF-B246-8B57-07089141BF27}"/>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C4A08146-EF37-2C4B-9D11-6E6340B9B264}"/>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3C997DA9-9F90-8741-8E7A-E507511ADF1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05766A3F-66E7-4B4C-B185-251CDF1D210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3917A844-2E15-A047-A919-8556BDC8996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6B5ECBD4-37AE-0D4D-A6FD-82B1E65BF8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F8E652C8-5717-704B-B0A4-CB5819696D9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BB29E352-A6B6-254D-8AAB-CE235D7E358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C8474514-0090-5649-8455-B388B286566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CF0A99DC-BE8E-4C40-A69C-286D92277EE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F07FD276-98FB-274A-B9D7-4BBB5AD77B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13666BAB-99AF-A544-829D-F9093A0BD00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3131CB67-004E-9E49-9127-229F416E819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F2BCE338-E895-9540-9759-CBF16F7BE5B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6C9F771E-DBE1-CA4D-A533-A37969ACD57A}"/>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60243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fiek - Tekst">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4767262" cy="3694113"/>
          </a:xfrm>
        </p:spPr>
        <p:txBody>
          <a:bodyPr/>
          <a:lstStyle/>
          <a:p>
            <a:r>
              <a:rPr lang="en-US"/>
              <a:t>Click icon to add chart</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2" name="Graphic 2">
            <a:extLst>
              <a:ext uri="{FF2B5EF4-FFF2-40B4-BE49-F238E27FC236}">
                <a16:creationId xmlns:a16="http://schemas.microsoft.com/office/drawing/2014/main" id="{26F6B778-8DDE-0E44-8421-FEEEF51A0875}"/>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FE1387C0-8CED-0D4A-8252-38C2E63EE10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831E68DA-A949-F942-8221-DD67D695215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0675C5B2-C890-BB43-9500-992A44FF507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3FF76189-5F0E-274F-A90F-C6CA5449FA65}"/>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FA53AEAB-ED41-AB47-91DD-0B41098D6C8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CD396081-E7FB-EA4A-A4B1-15981E117DA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B5F41731-C9BE-AE4E-A334-3939EBF1FA0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3E61DBA5-39BF-4C44-8EB7-B5227FC07CA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9B8DCB29-8DC2-F14B-AFFE-4C0AAE2F6D7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2BED9AA4-BE24-C845-BFA5-119B04C00D9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22D7A150-1914-D848-803D-5FC5A97C67DE}"/>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9F18FD07-EB14-FB4F-AEA3-84BAFCC1DD7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0DF4B543-C8FB-5E46-B1AA-E2C7A96B7EC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F6619B41-4541-724B-9EA8-D71FB96BAE6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585D9B49-18D3-7345-A028-02B18716443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66B32CCC-883B-464C-B094-DA4BEAE7E2C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9F0C8B2E-5E76-8E4E-95B2-A4EF16210FC5}"/>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42949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0% Tabel">
    <p:spTree>
      <p:nvGrpSpPr>
        <p:cNvPr id="1" name=""/>
        <p:cNvGrpSpPr/>
        <p:nvPr/>
      </p:nvGrpSpPr>
      <p:grpSpPr>
        <a:xfrm>
          <a:off x="0" y="0"/>
          <a:ext cx="0" cy="0"/>
          <a:chOff x="0" y="0"/>
          <a:chExt cx="0" cy="0"/>
        </a:xfrm>
      </p:grpSpPr>
      <p:sp>
        <p:nvSpPr>
          <p:cNvPr id="4" name="Tijdelijke aanduiding voor tabel 3">
            <a:extLst>
              <a:ext uri="{FF2B5EF4-FFF2-40B4-BE49-F238E27FC236}">
                <a16:creationId xmlns:a16="http://schemas.microsoft.com/office/drawing/2014/main" id="{4313AD36-F802-5842-AF59-69BBBA9FB41B}"/>
              </a:ext>
            </a:extLst>
          </p:cNvPr>
          <p:cNvSpPr>
            <a:spLocks noGrp="1"/>
          </p:cNvSpPr>
          <p:nvPr>
            <p:ph type="tbl" sz="quarter" idx="16"/>
          </p:nvPr>
        </p:nvSpPr>
        <p:spPr>
          <a:xfrm>
            <a:off x="1584325" y="2368550"/>
            <a:ext cx="9769475" cy="3694113"/>
          </a:xfrm>
        </p:spPr>
        <p:txBody>
          <a:bodyPr/>
          <a:lstStyle/>
          <a:p>
            <a:r>
              <a:rPr lang="en-US"/>
              <a:t>Click icon to add table</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39" name="Graphic 2">
            <a:extLst>
              <a:ext uri="{FF2B5EF4-FFF2-40B4-BE49-F238E27FC236}">
                <a16:creationId xmlns:a16="http://schemas.microsoft.com/office/drawing/2014/main" id="{9E2BF124-9CD0-B94E-BE67-4D0E629DF08B}"/>
              </a:ext>
            </a:extLst>
          </p:cNvPr>
          <p:cNvGrpSpPr>
            <a:grpSpLocks noChangeAspect="1"/>
          </p:cNvGrpSpPr>
          <p:nvPr userDrawn="1"/>
        </p:nvGrpSpPr>
        <p:grpSpPr>
          <a:xfrm>
            <a:off x="11131645" y="6312991"/>
            <a:ext cx="814935" cy="291600"/>
            <a:chOff x="-1597345" y="233060"/>
            <a:chExt cx="9980364" cy="3571175"/>
          </a:xfrm>
        </p:grpSpPr>
        <p:sp>
          <p:nvSpPr>
            <p:cNvPr id="40" name="Vrije vorm 39">
              <a:extLst>
                <a:ext uri="{FF2B5EF4-FFF2-40B4-BE49-F238E27FC236}">
                  <a16:creationId xmlns:a16="http://schemas.microsoft.com/office/drawing/2014/main" id="{174DD7D2-CC5E-A647-A564-BD42C29EA9A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8DFF9753-8192-0048-8186-A3FDD1FA51B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16571CEF-2AED-1F4C-85E0-F0E2200655C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43" name="Graphic 2">
              <a:extLst>
                <a:ext uri="{FF2B5EF4-FFF2-40B4-BE49-F238E27FC236}">
                  <a16:creationId xmlns:a16="http://schemas.microsoft.com/office/drawing/2014/main" id="{2218F8AB-B8DD-4844-A386-45C891628815}"/>
                </a:ext>
              </a:extLst>
            </p:cNvPr>
            <p:cNvGrpSpPr/>
            <p:nvPr/>
          </p:nvGrpSpPr>
          <p:grpSpPr>
            <a:xfrm>
              <a:off x="184698" y="233060"/>
              <a:ext cx="8198320" cy="3571175"/>
              <a:chOff x="184698" y="233060"/>
              <a:chExt cx="8198320" cy="3571175"/>
            </a:xfrm>
          </p:grpSpPr>
          <p:sp>
            <p:nvSpPr>
              <p:cNvPr id="44" name="Vrije vorm 43">
                <a:extLst>
                  <a:ext uri="{FF2B5EF4-FFF2-40B4-BE49-F238E27FC236}">
                    <a16:creationId xmlns:a16="http://schemas.microsoft.com/office/drawing/2014/main" id="{97228BFD-6A2D-AF47-8386-7D303C576F6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45" name="Vrije vorm 44">
                <a:extLst>
                  <a:ext uri="{FF2B5EF4-FFF2-40B4-BE49-F238E27FC236}">
                    <a16:creationId xmlns:a16="http://schemas.microsoft.com/office/drawing/2014/main" id="{AC99FBF4-6364-E443-9CF3-BBC3538D795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46" name="Vrije vorm 45">
                <a:extLst>
                  <a:ext uri="{FF2B5EF4-FFF2-40B4-BE49-F238E27FC236}">
                    <a16:creationId xmlns:a16="http://schemas.microsoft.com/office/drawing/2014/main" id="{1952E016-F798-6C4F-A3BB-6BD993B58C6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47" name="Vrije vorm 46">
                <a:extLst>
                  <a:ext uri="{FF2B5EF4-FFF2-40B4-BE49-F238E27FC236}">
                    <a16:creationId xmlns:a16="http://schemas.microsoft.com/office/drawing/2014/main" id="{8EB7EA58-A37D-A84A-BB74-D4B251F5515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48" name="Vrije vorm 47">
                <a:extLst>
                  <a:ext uri="{FF2B5EF4-FFF2-40B4-BE49-F238E27FC236}">
                    <a16:creationId xmlns:a16="http://schemas.microsoft.com/office/drawing/2014/main" id="{CF068E3D-1AC3-9844-B2C7-872CAF86734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4EDF3536-AD07-6D43-B9C5-0A0C4605F9C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E8127B17-4D37-1341-9A46-8AB1A90B6C3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60F977A4-0DB9-8549-96C5-81D2869C8C1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52" name="Vrije vorm 51">
                <a:extLst>
                  <a:ext uri="{FF2B5EF4-FFF2-40B4-BE49-F238E27FC236}">
                    <a16:creationId xmlns:a16="http://schemas.microsoft.com/office/drawing/2014/main" id="{0AADB91E-83B4-594C-AC78-A1FB975729D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23F64425-3C10-6E4F-BDA0-391C715A8A0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51AE3E1C-0E83-5C4E-AEE4-A3C1473773F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3E09006C-F600-E54B-B736-9EDDA377BE9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4165F456-A754-EC4D-A811-9F4EA4F3779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6926400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 op Tekst">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A1D3F2EF-E295-2C4D-A3D7-EAF20FC3E0E0}"/>
              </a:ext>
            </a:extLst>
          </p:cNvPr>
          <p:cNvSpPr>
            <a:spLocks noGrp="1"/>
          </p:cNvSpPr>
          <p:nvPr>
            <p:ph type="tbl" sz="quarter" idx="16"/>
          </p:nvPr>
        </p:nvSpPr>
        <p:spPr>
          <a:xfrm>
            <a:off x="1584325" y="2114988"/>
            <a:ext cx="9769475" cy="2587642"/>
          </a:xfrm>
        </p:spPr>
        <p:txBody>
          <a:bodyPr/>
          <a:lstStyle/>
          <a:p>
            <a:r>
              <a:rPr lang="en-US"/>
              <a:t>Click icon to add table</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92" name="Graphic 2">
            <a:extLst>
              <a:ext uri="{FF2B5EF4-FFF2-40B4-BE49-F238E27FC236}">
                <a16:creationId xmlns:a16="http://schemas.microsoft.com/office/drawing/2014/main" id="{1F80663E-40A0-D746-A080-B47C6A6E94DC}"/>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AA223CE8-FDF2-5B41-885F-9192648A904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21306799-34C9-BB44-9636-018ACD2D22A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EB70DD4-E332-7148-A142-8616C5D9CAA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4173C4BC-B245-2646-93BB-58C2F9D2E8B3}"/>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AB36A1A7-56B2-744C-A45E-5A11E1A056EC}"/>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ACAA8CEB-2B65-9246-82A8-4F998CFAB48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FF6C9126-B7C7-2E43-9655-F0AC214DFCE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A0E0B362-4622-884A-99EF-8736F761E38E}"/>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38EE870-8976-2545-8353-12D28A663DE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C4E23BC7-7D84-814A-B537-98FCEA47ECB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B5C6F3CC-A191-B148-90B2-5CB731DAD93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3E2C342E-265F-4F41-9F09-6CD67C3541D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3AC89844-79C9-A043-9A3E-7D0A1050149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BFBEF350-F4F1-B146-83E5-AB93AEAEC0C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00AEC0A7-A03E-DE42-92CB-3C631FF02915}"/>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DB87E41B-C080-1841-94A9-5845B6C33AB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C6E412A8-F7B1-5A42-B3BD-6CEC220562C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451052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D46B6FD2-DC6B-FC46-BAC8-5DED0C3A75B1}"/>
              </a:ext>
            </a:extLst>
          </p:cNvPr>
          <p:cNvSpPr>
            <a:spLocks noGrp="1"/>
          </p:cNvSpPr>
          <p:nvPr>
            <p:ph type="tbl" sz="quarter" idx="16"/>
          </p:nvPr>
        </p:nvSpPr>
        <p:spPr>
          <a:xfrm>
            <a:off x="6586480" y="2368550"/>
            <a:ext cx="4767320" cy="3694113"/>
          </a:xfrm>
        </p:spPr>
        <p:txBody>
          <a:bodyPr/>
          <a:lstStyle/>
          <a:p>
            <a:r>
              <a:rPr lang="en-US"/>
              <a:t>Click icon to add table</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92" name="Graphic 2">
            <a:extLst>
              <a:ext uri="{FF2B5EF4-FFF2-40B4-BE49-F238E27FC236}">
                <a16:creationId xmlns:a16="http://schemas.microsoft.com/office/drawing/2014/main" id="{995EEFBB-85C9-8E49-926E-11EEA0187BCD}"/>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60411FF9-4001-254C-9CFA-2784E06A4B8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F7D99FEE-6CEB-3B4F-B458-4CCB92DA0D4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A98C51E-740B-C149-92F9-BAEA8936A61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9CDA9E8D-987D-BF4F-801F-54BAE23EAA61}"/>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AA44EE5E-01FC-9C43-B077-7349FE16A370}"/>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0EC956D-5D3B-7049-8D08-5641DEE9661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FE96F447-2F33-A74A-B19A-175AF028704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5AE38534-06CC-EF4F-985B-1AB67196E1E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9CD4B3E-676D-E648-A51D-C56D6B59358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6BDA373F-6B53-F448-9F69-C2DCC5044FD4}"/>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61AB29C8-9374-2E4A-9500-FAD37E2454F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0788539F-82E1-714E-A14B-A0104BEDAD2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D98F9C72-602E-A24C-AC60-3C657A2E8FC0}"/>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19C02AD7-000C-7346-8064-33D5158E559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E5E8D5E7-65BD-9A49-89CA-65C0E2F3678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B0134694-4767-9440-9000-14546E09CB9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65F1874D-5FD1-B04E-BCC0-4FE89468155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2577927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 -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3" name="Tijdelijke aanduiding voor tabel 3">
            <a:extLst>
              <a:ext uri="{FF2B5EF4-FFF2-40B4-BE49-F238E27FC236}">
                <a16:creationId xmlns:a16="http://schemas.microsoft.com/office/drawing/2014/main" id="{BB2D08F1-601D-FF43-A163-77FEF625268F}"/>
              </a:ext>
            </a:extLst>
          </p:cNvPr>
          <p:cNvSpPr>
            <a:spLocks noGrp="1"/>
          </p:cNvSpPr>
          <p:nvPr>
            <p:ph type="tbl" sz="quarter" idx="16"/>
          </p:nvPr>
        </p:nvSpPr>
        <p:spPr>
          <a:xfrm>
            <a:off x="1584494" y="2368550"/>
            <a:ext cx="4767320" cy="3694113"/>
          </a:xfrm>
        </p:spPr>
        <p:txBody>
          <a:bodyPr/>
          <a:lstStyle/>
          <a:p>
            <a:r>
              <a:rPr lang="en-US"/>
              <a:t>Click icon to add table</a:t>
            </a:r>
            <a:endParaRPr lang="en-GB"/>
          </a:p>
        </p:txBody>
      </p:sp>
      <p:grpSp>
        <p:nvGrpSpPr>
          <p:cNvPr id="92" name="Graphic 2">
            <a:extLst>
              <a:ext uri="{FF2B5EF4-FFF2-40B4-BE49-F238E27FC236}">
                <a16:creationId xmlns:a16="http://schemas.microsoft.com/office/drawing/2014/main" id="{54B8B835-40CB-B147-A17E-4BBEA6C83020}"/>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6BE38F98-66D0-0D44-8605-A84CADD2050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389CCE2D-D65F-1040-9F44-2EC7B17681F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5BE675A-9CE5-0A40-8B6B-3205C48176A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72887685-5DD5-A144-BFED-2C96070E11D3}"/>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B0C84B23-1FEE-DC42-9603-815034EC153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76E31C27-CEAD-9E4D-B4A6-882B07C4305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0F1F379C-5F78-884A-9C86-ACCF315E0EE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B4D2EE4D-0F69-7E47-8D99-6083E2021C3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A3D8176D-192D-AD44-AF68-2B700FB594F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88E170D5-D71D-B444-8413-D49463B235C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1BE277D1-4B14-8C48-AE97-3B2154813D62}"/>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48861A01-434C-B74E-971B-B36679A4C4C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D00FB536-5AF7-534F-B918-4CBB58F1DC4F}"/>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D18CA166-E34C-2946-ABEA-A272A33FCB8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C1839A8A-501A-6D46-BA8A-13ABA03B84B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4BB8926C-F808-9F44-B06A-341F413979A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AC657F54-651D-0048-96C2-6C907708AC4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763038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kst - Afbeelding">
    <p:spTree>
      <p:nvGrpSpPr>
        <p:cNvPr id="1" name=""/>
        <p:cNvGrpSpPr/>
        <p:nvPr/>
      </p:nvGrpSpPr>
      <p:grpSpPr>
        <a:xfrm>
          <a:off x="0" y="0"/>
          <a:ext cx="0" cy="0"/>
          <a:chOff x="0" y="0"/>
          <a:chExt cx="0" cy="0"/>
        </a:xfrm>
      </p:grpSpPr>
      <p:sp>
        <p:nvSpPr>
          <p:cNvPr id="127" name="Tijdelijke aanduiding voor afbeelding 126">
            <a:extLst>
              <a:ext uri="{FF2B5EF4-FFF2-40B4-BE49-F238E27FC236}">
                <a16:creationId xmlns:a16="http://schemas.microsoft.com/office/drawing/2014/main" id="{6BD93DB3-EA5B-FE4E-BA4A-F5FA2553D022}"/>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r>
              <a:rPr lang="en-US"/>
              <a:t>Click icon to add picture</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4550748"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995920" cy="3694195"/>
          </a:xfrm>
        </p:spPr>
        <p:txBody>
          <a:bodyPr lIns="0" tIns="0" rIns="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Tree>
    <p:extLst>
      <p:ext uri="{BB962C8B-B14F-4D97-AF65-F5344CB8AC3E}">
        <p14:creationId xmlns:p14="http://schemas.microsoft.com/office/powerpoint/2010/main" val="3351105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38631" y="4255412"/>
            <a:ext cx="257369" cy="1807771"/>
          </a:xfrm>
        </p:spPr>
        <p:txBody>
          <a:bodyPr vert="vert270" wrap="none" lIns="72000" tIns="72000" rIns="0" bIns="180000">
            <a:spAutoFit/>
          </a:bodyPr>
          <a:lstStyle>
            <a:lvl1pPr>
              <a:defRPr sz="1200">
                <a:latin typeface="+mj-lt"/>
              </a:defRPr>
            </a:lvl1pPr>
          </a:lstStyle>
          <a:p>
            <a:pPr lvl="0"/>
            <a:r>
              <a:rPr lang="nl-NL"/>
              <a:t>UITLEG AFBEELDING</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71" name="Tijdelijke aanduiding voor afbeelding 70">
            <a:extLst>
              <a:ext uri="{FF2B5EF4-FFF2-40B4-BE49-F238E27FC236}">
                <a16:creationId xmlns:a16="http://schemas.microsoft.com/office/drawing/2014/main" id="{53546440-038F-E848-B111-3BE120D56DE6}"/>
              </a:ext>
            </a:extLst>
          </p:cNvPr>
          <p:cNvSpPr>
            <a:spLocks noGrp="1"/>
          </p:cNvSpPr>
          <p:nvPr>
            <p:ph type="pic" sz="quarter" idx="15"/>
          </p:nvPr>
        </p:nvSpPr>
        <p:spPr>
          <a:xfrm>
            <a:off x="1786070" y="994492"/>
            <a:ext cx="10405929" cy="5863508"/>
          </a:xfrm>
          <a:custGeom>
            <a:avLst/>
            <a:gdLst>
              <a:gd name="connsiteX0" fmla="*/ 9907052 w 10405929"/>
              <a:gd name="connsiteY0" fmla="*/ 5472146 h 5863508"/>
              <a:gd name="connsiteX1" fmla="*/ 9931029 w 10405929"/>
              <a:gd name="connsiteY1" fmla="*/ 5480352 h 5863508"/>
              <a:gd name="connsiteX2" fmla="*/ 9940622 w 10405929"/>
              <a:gd name="connsiteY2" fmla="*/ 5502445 h 5863508"/>
              <a:gd name="connsiteX3" fmla="*/ 9872204 w 10405929"/>
              <a:gd name="connsiteY3" fmla="*/ 5502445 h 5863508"/>
              <a:gd name="connsiteX4" fmla="*/ 9883873 w 10405929"/>
              <a:gd name="connsiteY4" fmla="*/ 5480035 h 5863508"/>
              <a:gd name="connsiteX5" fmla="*/ 9907052 w 10405929"/>
              <a:gd name="connsiteY5" fmla="*/ 5472146 h 5863508"/>
              <a:gd name="connsiteX6" fmla="*/ 9553064 w 10405929"/>
              <a:gd name="connsiteY6" fmla="*/ 5431449 h 5863508"/>
              <a:gd name="connsiteX7" fmla="*/ 9553064 w 10405929"/>
              <a:gd name="connsiteY7" fmla="*/ 5607565 h 5863508"/>
              <a:gd name="connsiteX8" fmla="*/ 9607734 w 10405929"/>
              <a:gd name="connsiteY8" fmla="*/ 5607565 h 5863508"/>
              <a:gd name="connsiteX9" fmla="*/ 9607734 w 10405929"/>
              <a:gd name="connsiteY9" fmla="*/ 5431449 h 5863508"/>
              <a:gd name="connsiteX10" fmla="*/ 9620887 w 10405929"/>
              <a:gd name="connsiteY10" fmla="*/ 5431435 h 5863508"/>
              <a:gd name="connsiteX11" fmla="*/ 9684190 w 10405929"/>
              <a:gd name="connsiteY11" fmla="*/ 5607551 h 5863508"/>
              <a:gd name="connsiteX12" fmla="*/ 9751648 w 10405929"/>
              <a:gd name="connsiteY12" fmla="*/ 5607551 h 5863508"/>
              <a:gd name="connsiteX13" fmla="*/ 9814951 w 10405929"/>
              <a:gd name="connsiteY13" fmla="*/ 5431435 h 5863508"/>
              <a:gd name="connsiteX14" fmla="*/ 9756764 w 10405929"/>
              <a:gd name="connsiteY14" fmla="*/ 5431435 h 5863508"/>
              <a:gd name="connsiteX15" fmla="*/ 9718079 w 10405929"/>
              <a:gd name="connsiteY15" fmla="*/ 5557052 h 5863508"/>
              <a:gd name="connsiteX16" fmla="*/ 9679394 w 10405929"/>
              <a:gd name="connsiteY16" fmla="*/ 5431435 h 5863508"/>
              <a:gd name="connsiteX17" fmla="*/ 9345596 w 10405929"/>
              <a:gd name="connsiteY17" fmla="*/ 5431422 h 5863508"/>
              <a:gd name="connsiteX18" fmla="*/ 9408900 w 10405929"/>
              <a:gd name="connsiteY18" fmla="*/ 5607536 h 5863508"/>
              <a:gd name="connsiteX19" fmla="*/ 9476358 w 10405929"/>
              <a:gd name="connsiteY19" fmla="*/ 5607537 h 5863508"/>
              <a:gd name="connsiteX20" fmla="*/ 9539660 w 10405929"/>
              <a:gd name="connsiteY20" fmla="*/ 5431422 h 5863508"/>
              <a:gd name="connsiteX21" fmla="*/ 9481473 w 10405929"/>
              <a:gd name="connsiteY21" fmla="*/ 5431422 h 5863508"/>
              <a:gd name="connsiteX22" fmla="*/ 9442788 w 10405929"/>
              <a:gd name="connsiteY22" fmla="*/ 5557038 h 5863508"/>
              <a:gd name="connsiteX23" fmla="*/ 9404103 w 10405929"/>
              <a:gd name="connsiteY23" fmla="*/ 5431422 h 5863508"/>
              <a:gd name="connsiteX24" fmla="*/ 10084495 w 10405929"/>
              <a:gd name="connsiteY24" fmla="*/ 5428913 h 5863508"/>
              <a:gd name="connsiteX25" fmla="*/ 10045331 w 10405929"/>
              <a:gd name="connsiteY25" fmla="*/ 5436173 h 5863508"/>
              <a:gd name="connsiteX26" fmla="*/ 10020396 w 10405929"/>
              <a:gd name="connsiteY26" fmla="*/ 5455898 h 5863508"/>
              <a:gd name="connsiteX27" fmla="*/ 10011922 w 10405929"/>
              <a:gd name="connsiteY27" fmla="*/ 5483516 h 5863508"/>
              <a:gd name="connsiteX28" fmla="*/ 10021193 w 10405929"/>
              <a:gd name="connsiteY28" fmla="*/ 5512078 h 5863508"/>
              <a:gd name="connsiteX29" fmla="*/ 10043252 w 10405929"/>
              <a:gd name="connsiteY29" fmla="*/ 5527544 h 5863508"/>
              <a:gd name="connsiteX30" fmla="*/ 10075224 w 10405929"/>
              <a:gd name="connsiteY30" fmla="*/ 5536854 h 5863508"/>
              <a:gd name="connsiteX31" fmla="*/ 10101121 w 10405929"/>
              <a:gd name="connsiteY31" fmla="*/ 5544903 h 5863508"/>
              <a:gd name="connsiteX32" fmla="*/ 10109112 w 10405929"/>
              <a:gd name="connsiteY32" fmla="*/ 5556106 h 5863508"/>
              <a:gd name="connsiteX33" fmla="*/ 10103519 w 10405929"/>
              <a:gd name="connsiteY33" fmla="*/ 5566364 h 5863508"/>
              <a:gd name="connsiteX34" fmla="*/ 10087694 w 10405929"/>
              <a:gd name="connsiteY34" fmla="*/ 5570311 h 5863508"/>
              <a:gd name="connsiteX35" fmla="*/ 10068830 w 10405929"/>
              <a:gd name="connsiteY35" fmla="*/ 5564629 h 5863508"/>
              <a:gd name="connsiteX36" fmla="*/ 10060197 w 10405929"/>
              <a:gd name="connsiteY36" fmla="*/ 5549795 h 5863508"/>
              <a:gd name="connsiteX37" fmla="*/ 10006168 w 10405929"/>
              <a:gd name="connsiteY37" fmla="*/ 5549795 h 5863508"/>
              <a:gd name="connsiteX38" fmla="*/ 10017996 w 10405929"/>
              <a:gd name="connsiteY38" fmla="*/ 5580568 h 5863508"/>
              <a:gd name="connsiteX39" fmla="*/ 10046770 w 10405929"/>
              <a:gd name="connsiteY39" fmla="*/ 5602188 h 5863508"/>
              <a:gd name="connsiteX40" fmla="*/ 10088331 w 10405929"/>
              <a:gd name="connsiteY40" fmla="*/ 5610078 h 5863508"/>
              <a:gd name="connsiteX41" fmla="*/ 10126539 w 10405929"/>
              <a:gd name="connsiteY41" fmla="*/ 5603135 h 5863508"/>
              <a:gd name="connsiteX42" fmla="*/ 10151793 w 10405929"/>
              <a:gd name="connsiteY42" fmla="*/ 5584039 h 5863508"/>
              <a:gd name="connsiteX43" fmla="*/ 10160586 w 10405929"/>
              <a:gd name="connsiteY43" fmla="*/ 5556424 h 5863508"/>
              <a:gd name="connsiteX44" fmla="*/ 10150837 w 10405929"/>
              <a:gd name="connsiteY44" fmla="*/ 5527228 h 5863508"/>
              <a:gd name="connsiteX45" fmla="*/ 10128936 w 10405929"/>
              <a:gd name="connsiteY45" fmla="*/ 5511447 h 5863508"/>
              <a:gd name="connsiteX46" fmla="*/ 10096646 w 10405929"/>
              <a:gd name="connsiteY46" fmla="*/ 5501505 h 5863508"/>
              <a:gd name="connsiteX47" fmla="*/ 10071228 w 10405929"/>
              <a:gd name="connsiteY47" fmla="*/ 5493930 h 5863508"/>
              <a:gd name="connsiteX48" fmla="*/ 10063077 w 10405929"/>
              <a:gd name="connsiteY48" fmla="*/ 5482567 h 5863508"/>
              <a:gd name="connsiteX49" fmla="*/ 10068191 w 10405929"/>
              <a:gd name="connsiteY49" fmla="*/ 5472626 h 5863508"/>
              <a:gd name="connsiteX50" fmla="*/ 10082898 w 10405929"/>
              <a:gd name="connsiteY50" fmla="*/ 5468997 h 5863508"/>
              <a:gd name="connsiteX51" fmla="*/ 10100961 w 10405929"/>
              <a:gd name="connsiteY51" fmla="*/ 5474361 h 5863508"/>
              <a:gd name="connsiteX52" fmla="*/ 10109112 w 10405929"/>
              <a:gd name="connsiteY52" fmla="*/ 5488880 h 5863508"/>
              <a:gd name="connsiteX53" fmla="*/ 10159626 w 10405929"/>
              <a:gd name="connsiteY53" fmla="*/ 5488880 h 5863508"/>
              <a:gd name="connsiteX54" fmla="*/ 10137407 w 10405929"/>
              <a:gd name="connsiteY54" fmla="*/ 5445326 h 5863508"/>
              <a:gd name="connsiteX55" fmla="*/ 10084495 w 10405929"/>
              <a:gd name="connsiteY55" fmla="*/ 5428913 h 5863508"/>
              <a:gd name="connsiteX56" fmla="*/ 9907690 w 10405929"/>
              <a:gd name="connsiteY56" fmla="*/ 5428906 h 5863508"/>
              <a:gd name="connsiteX57" fmla="*/ 9860694 w 10405929"/>
              <a:gd name="connsiteY57" fmla="*/ 5439952 h 5863508"/>
              <a:gd name="connsiteX58" fmla="*/ 9828882 w 10405929"/>
              <a:gd name="connsiteY58" fmla="*/ 5471514 h 5863508"/>
              <a:gd name="connsiteX59" fmla="*/ 9817534 w 10405929"/>
              <a:gd name="connsiteY59" fmla="*/ 5519488 h 5863508"/>
              <a:gd name="connsiteX60" fmla="*/ 9829044 w 10405929"/>
              <a:gd name="connsiteY60" fmla="*/ 5567463 h 5863508"/>
              <a:gd name="connsiteX61" fmla="*/ 9861013 w 10405929"/>
              <a:gd name="connsiteY61" fmla="*/ 5599025 h 5863508"/>
              <a:gd name="connsiteX62" fmla="*/ 9907690 w 10405929"/>
              <a:gd name="connsiteY62" fmla="*/ 5610072 h 5863508"/>
              <a:gd name="connsiteX63" fmla="*/ 9947017 w 10405929"/>
              <a:gd name="connsiteY63" fmla="*/ 5602182 h 5863508"/>
              <a:gd name="connsiteX64" fmla="*/ 9976268 w 10405929"/>
              <a:gd name="connsiteY64" fmla="*/ 5580402 h 5863508"/>
              <a:gd name="connsiteX65" fmla="*/ 9992415 w 10405929"/>
              <a:gd name="connsiteY65" fmla="*/ 5549157 h 5863508"/>
              <a:gd name="connsiteX66" fmla="*/ 9934228 w 10405929"/>
              <a:gd name="connsiteY66" fmla="*/ 5549157 h 5863508"/>
              <a:gd name="connsiteX67" fmla="*/ 9905773 w 10405929"/>
              <a:gd name="connsiteY67" fmla="*/ 5566199 h 5863508"/>
              <a:gd name="connsiteX68" fmla="*/ 9882594 w 10405929"/>
              <a:gd name="connsiteY68" fmla="*/ 5557521 h 5863508"/>
              <a:gd name="connsiteX69" fmla="*/ 9871884 w 10405929"/>
              <a:gd name="connsiteY69" fmla="*/ 5532428 h 5863508"/>
              <a:gd name="connsiteX70" fmla="*/ 9995611 w 10405929"/>
              <a:gd name="connsiteY70" fmla="*/ 5532428 h 5863508"/>
              <a:gd name="connsiteX71" fmla="*/ 9996570 w 10405929"/>
              <a:gd name="connsiteY71" fmla="*/ 5516649 h 5863508"/>
              <a:gd name="connsiteX72" fmla="*/ 9985220 w 10405929"/>
              <a:gd name="connsiteY72" fmla="*/ 5470252 h 5863508"/>
              <a:gd name="connsiteX73" fmla="*/ 9953730 w 10405929"/>
              <a:gd name="connsiteY73" fmla="*/ 5439637 h 5863508"/>
              <a:gd name="connsiteX74" fmla="*/ 9907690 w 10405929"/>
              <a:gd name="connsiteY74" fmla="*/ 5428906 h 5863508"/>
              <a:gd name="connsiteX75" fmla="*/ 9836780 w 10405929"/>
              <a:gd name="connsiteY75" fmla="*/ 5350882 h 5863508"/>
              <a:gd name="connsiteX76" fmla="*/ 9842510 w 10405929"/>
              <a:gd name="connsiteY76" fmla="*/ 5352413 h 5863508"/>
              <a:gd name="connsiteX77" fmla="*/ 9846746 w 10405929"/>
              <a:gd name="connsiteY77" fmla="*/ 5356811 h 5863508"/>
              <a:gd name="connsiteX78" fmla="*/ 9848316 w 10405929"/>
              <a:gd name="connsiteY78" fmla="*/ 5363684 h 5863508"/>
              <a:gd name="connsiteX79" fmla="*/ 9846746 w 10405929"/>
              <a:gd name="connsiteY79" fmla="*/ 5370556 h 5863508"/>
              <a:gd name="connsiteX80" fmla="*/ 9842510 w 10405929"/>
              <a:gd name="connsiteY80" fmla="*/ 5374954 h 5863508"/>
              <a:gd name="connsiteX81" fmla="*/ 9836780 w 10405929"/>
              <a:gd name="connsiteY81" fmla="*/ 5376486 h 5863508"/>
              <a:gd name="connsiteX82" fmla="*/ 9831169 w 10405929"/>
              <a:gd name="connsiteY82" fmla="*/ 5374916 h 5863508"/>
              <a:gd name="connsiteX83" fmla="*/ 9826931 w 10405929"/>
              <a:gd name="connsiteY83" fmla="*/ 5370399 h 5863508"/>
              <a:gd name="connsiteX84" fmla="*/ 9825323 w 10405929"/>
              <a:gd name="connsiteY84" fmla="*/ 5363527 h 5863508"/>
              <a:gd name="connsiteX85" fmla="*/ 9826931 w 10405929"/>
              <a:gd name="connsiteY85" fmla="*/ 5356733 h 5863508"/>
              <a:gd name="connsiteX86" fmla="*/ 9831129 w 10405929"/>
              <a:gd name="connsiteY86" fmla="*/ 5352374 h 5863508"/>
              <a:gd name="connsiteX87" fmla="*/ 9836780 w 10405929"/>
              <a:gd name="connsiteY87" fmla="*/ 5350882 h 5863508"/>
              <a:gd name="connsiteX88" fmla="*/ 10120575 w 10405929"/>
              <a:gd name="connsiteY88" fmla="*/ 5350806 h 5863508"/>
              <a:gd name="connsiteX89" fmla="*/ 10128540 w 10405929"/>
              <a:gd name="connsiteY89" fmla="*/ 5354145 h 5863508"/>
              <a:gd name="connsiteX90" fmla="*/ 10131796 w 10405929"/>
              <a:gd name="connsiteY90" fmla="*/ 5363687 h 5863508"/>
              <a:gd name="connsiteX91" fmla="*/ 10130228 w 10405929"/>
              <a:gd name="connsiteY91" fmla="*/ 5370756 h 5863508"/>
              <a:gd name="connsiteX92" fmla="*/ 10126029 w 10405929"/>
              <a:gd name="connsiteY92" fmla="*/ 5375115 h 5863508"/>
              <a:gd name="connsiteX93" fmla="*/ 10120417 w 10405929"/>
              <a:gd name="connsiteY93" fmla="*/ 5376568 h 5863508"/>
              <a:gd name="connsiteX94" fmla="*/ 10112608 w 10405929"/>
              <a:gd name="connsiteY94" fmla="*/ 5373230 h 5863508"/>
              <a:gd name="connsiteX95" fmla="*/ 10109509 w 10405929"/>
              <a:gd name="connsiteY95" fmla="*/ 5363687 h 5863508"/>
              <a:gd name="connsiteX96" fmla="*/ 10112687 w 10405929"/>
              <a:gd name="connsiteY96" fmla="*/ 5354145 h 5863508"/>
              <a:gd name="connsiteX97" fmla="*/ 10120575 w 10405929"/>
              <a:gd name="connsiteY97" fmla="*/ 5350806 h 5863508"/>
              <a:gd name="connsiteX98" fmla="*/ 10072073 w 10405929"/>
              <a:gd name="connsiteY98" fmla="*/ 5350806 h 5863508"/>
              <a:gd name="connsiteX99" fmla="*/ 10080038 w 10405929"/>
              <a:gd name="connsiteY99" fmla="*/ 5354145 h 5863508"/>
              <a:gd name="connsiteX100" fmla="*/ 10083294 w 10405929"/>
              <a:gd name="connsiteY100" fmla="*/ 5363687 h 5863508"/>
              <a:gd name="connsiteX101" fmla="*/ 10081726 w 10405929"/>
              <a:gd name="connsiteY101" fmla="*/ 5370756 h 5863508"/>
              <a:gd name="connsiteX102" fmla="*/ 10077527 w 10405929"/>
              <a:gd name="connsiteY102" fmla="*/ 5375115 h 5863508"/>
              <a:gd name="connsiteX103" fmla="*/ 10071915 w 10405929"/>
              <a:gd name="connsiteY103" fmla="*/ 5376568 h 5863508"/>
              <a:gd name="connsiteX104" fmla="*/ 10064106 w 10405929"/>
              <a:gd name="connsiteY104" fmla="*/ 5373230 h 5863508"/>
              <a:gd name="connsiteX105" fmla="*/ 10061007 w 10405929"/>
              <a:gd name="connsiteY105" fmla="*/ 5363687 h 5863508"/>
              <a:gd name="connsiteX106" fmla="*/ 10064185 w 10405929"/>
              <a:gd name="connsiteY106" fmla="*/ 5354145 h 5863508"/>
              <a:gd name="connsiteX107" fmla="*/ 10072073 w 10405929"/>
              <a:gd name="connsiteY107" fmla="*/ 5350806 h 5863508"/>
              <a:gd name="connsiteX108" fmla="*/ 9787884 w 10405929"/>
              <a:gd name="connsiteY108" fmla="*/ 5350806 h 5863508"/>
              <a:gd name="connsiteX109" fmla="*/ 9795850 w 10405929"/>
              <a:gd name="connsiteY109" fmla="*/ 5354145 h 5863508"/>
              <a:gd name="connsiteX110" fmla="*/ 9799107 w 10405929"/>
              <a:gd name="connsiteY110" fmla="*/ 5363687 h 5863508"/>
              <a:gd name="connsiteX111" fmla="*/ 9797537 w 10405929"/>
              <a:gd name="connsiteY111" fmla="*/ 5370756 h 5863508"/>
              <a:gd name="connsiteX112" fmla="*/ 9793339 w 10405929"/>
              <a:gd name="connsiteY112" fmla="*/ 5375115 h 5863508"/>
              <a:gd name="connsiteX113" fmla="*/ 9787727 w 10405929"/>
              <a:gd name="connsiteY113" fmla="*/ 5376568 h 5863508"/>
              <a:gd name="connsiteX114" fmla="*/ 9779919 w 10405929"/>
              <a:gd name="connsiteY114" fmla="*/ 5373230 h 5863508"/>
              <a:gd name="connsiteX115" fmla="*/ 9776819 w 10405929"/>
              <a:gd name="connsiteY115" fmla="*/ 5363687 h 5863508"/>
              <a:gd name="connsiteX116" fmla="*/ 9779998 w 10405929"/>
              <a:gd name="connsiteY116" fmla="*/ 5354145 h 5863508"/>
              <a:gd name="connsiteX117" fmla="*/ 9787884 w 10405929"/>
              <a:gd name="connsiteY117" fmla="*/ 5350806 h 5863508"/>
              <a:gd name="connsiteX118" fmla="*/ 9887243 w 10405929"/>
              <a:gd name="connsiteY118" fmla="*/ 5350255 h 5863508"/>
              <a:gd name="connsiteX119" fmla="*/ 9894542 w 10405929"/>
              <a:gd name="connsiteY119" fmla="*/ 5352807 h 5863508"/>
              <a:gd name="connsiteX120" fmla="*/ 9897603 w 10405929"/>
              <a:gd name="connsiteY120" fmla="*/ 5359601 h 5863508"/>
              <a:gd name="connsiteX121" fmla="*/ 9876964 w 10405929"/>
              <a:gd name="connsiteY121" fmla="*/ 5359601 h 5863508"/>
              <a:gd name="connsiteX122" fmla="*/ 9880377 w 10405929"/>
              <a:gd name="connsiteY122" fmla="*/ 5352729 h 5863508"/>
              <a:gd name="connsiteX123" fmla="*/ 9887243 w 10405929"/>
              <a:gd name="connsiteY123" fmla="*/ 5350255 h 5863508"/>
              <a:gd name="connsiteX124" fmla="*/ 10120730 w 10405929"/>
              <a:gd name="connsiteY124" fmla="*/ 5341225 h 5863508"/>
              <a:gd name="connsiteX125" fmla="*/ 10109352 w 10405929"/>
              <a:gd name="connsiteY125" fmla="*/ 5344013 h 5863508"/>
              <a:gd name="connsiteX126" fmla="*/ 10101308 w 10405929"/>
              <a:gd name="connsiteY126" fmla="*/ 5351907 h 5863508"/>
              <a:gd name="connsiteX127" fmla="*/ 10098366 w 10405929"/>
              <a:gd name="connsiteY127" fmla="*/ 5363687 h 5863508"/>
              <a:gd name="connsiteX128" fmla="*/ 10101230 w 10405929"/>
              <a:gd name="connsiteY128" fmla="*/ 5375469 h 5863508"/>
              <a:gd name="connsiteX129" fmla="*/ 10109116 w 10405929"/>
              <a:gd name="connsiteY129" fmla="*/ 5383362 h 5863508"/>
              <a:gd name="connsiteX130" fmla="*/ 10120417 w 10405929"/>
              <a:gd name="connsiteY130" fmla="*/ 5386151 h 5863508"/>
              <a:gd name="connsiteX131" fmla="*/ 10131914 w 10405929"/>
              <a:gd name="connsiteY131" fmla="*/ 5383362 h 5863508"/>
              <a:gd name="connsiteX132" fmla="*/ 10140076 w 10405929"/>
              <a:gd name="connsiteY132" fmla="*/ 5375469 h 5863508"/>
              <a:gd name="connsiteX133" fmla="*/ 10143097 w 10405929"/>
              <a:gd name="connsiteY133" fmla="*/ 5363687 h 5863508"/>
              <a:gd name="connsiteX134" fmla="*/ 10140154 w 10405929"/>
              <a:gd name="connsiteY134" fmla="*/ 5351907 h 5863508"/>
              <a:gd name="connsiteX135" fmla="*/ 10132111 w 10405929"/>
              <a:gd name="connsiteY135" fmla="*/ 5344013 h 5863508"/>
              <a:gd name="connsiteX136" fmla="*/ 10120730 w 10405929"/>
              <a:gd name="connsiteY136" fmla="*/ 5341225 h 5863508"/>
              <a:gd name="connsiteX137" fmla="*/ 10072229 w 10405929"/>
              <a:gd name="connsiteY137" fmla="*/ 5341225 h 5863508"/>
              <a:gd name="connsiteX138" fmla="*/ 10060851 w 10405929"/>
              <a:gd name="connsiteY138" fmla="*/ 5344013 h 5863508"/>
              <a:gd name="connsiteX139" fmla="*/ 10052806 w 10405929"/>
              <a:gd name="connsiteY139" fmla="*/ 5351907 h 5863508"/>
              <a:gd name="connsiteX140" fmla="*/ 10049863 w 10405929"/>
              <a:gd name="connsiteY140" fmla="*/ 5363687 h 5863508"/>
              <a:gd name="connsiteX141" fmla="*/ 10052728 w 10405929"/>
              <a:gd name="connsiteY141" fmla="*/ 5375469 h 5863508"/>
              <a:gd name="connsiteX142" fmla="*/ 10060614 w 10405929"/>
              <a:gd name="connsiteY142" fmla="*/ 5383362 h 5863508"/>
              <a:gd name="connsiteX143" fmla="*/ 10071915 w 10405929"/>
              <a:gd name="connsiteY143" fmla="*/ 5386151 h 5863508"/>
              <a:gd name="connsiteX144" fmla="*/ 10083412 w 10405929"/>
              <a:gd name="connsiteY144" fmla="*/ 5383362 h 5863508"/>
              <a:gd name="connsiteX145" fmla="*/ 10091574 w 10405929"/>
              <a:gd name="connsiteY145" fmla="*/ 5375469 h 5863508"/>
              <a:gd name="connsiteX146" fmla="*/ 10094595 w 10405929"/>
              <a:gd name="connsiteY146" fmla="*/ 5363687 h 5863508"/>
              <a:gd name="connsiteX147" fmla="*/ 10091652 w 10405929"/>
              <a:gd name="connsiteY147" fmla="*/ 5351907 h 5863508"/>
              <a:gd name="connsiteX148" fmla="*/ 10083609 w 10405929"/>
              <a:gd name="connsiteY148" fmla="*/ 5344013 h 5863508"/>
              <a:gd name="connsiteX149" fmla="*/ 10072229 w 10405929"/>
              <a:gd name="connsiteY149" fmla="*/ 5341225 h 5863508"/>
              <a:gd name="connsiteX150" fmla="*/ 9931272 w 10405929"/>
              <a:gd name="connsiteY150" fmla="*/ 5341225 h 5863508"/>
              <a:gd name="connsiteX151" fmla="*/ 9922129 w 10405929"/>
              <a:gd name="connsiteY151" fmla="*/ 5342953 h 5863508"/>
              <a:gd name="connsiteX152" fmla="*/ 9916165 w 10405929"/>
              <a:gd name="connsiteY152" fmla="*/ 5347667 h 5863508"/>
              <a:gd name="connsiteX153" fmla="*/ 9914085 w 10405929"/>
              <a:gd name="connsiteY153" fmla="*/ 5354264 h 5863508"/>
              <a:gd name="connsiteX154" fmla="*/ 9916321 w 10405929"/>
              <a:gd name="connsiteY154" fmla="*/ 5361254 h 5863508"/>
              <a:gd name="connsiteX155" fmla="*/ 9921658 w 10405929"/>
              <a:gd name="connsiteY155" fmla="*/ 5365102 h 5863508"/>
              <a:gd name="connsiteX156" fmla="*/ 9929623 w 10405929"/>
              <a:gd name="connsiteY156" fmla="*/ 5367537 h 5863508"/>
              <a:gd name="connsiteX157" fmla="*/ 9936489 w 10405929"/>
              <a:gd name="connsiteY157" fmla="*/ 5369854 h 5863508"/>
              <a:gd name="connsiteX158" fmla="*/ 9938648 w 10405929"/>
              <a:gd name="connsiteY158" fmla="*/ 5373035 h 5863508"/>
              <a:gd name="connsiteX159" fmla="*/ 9936883 w 10405929"/>
              <a:gd name="connsiteY159" fmla="*/ 5376255 h 5863508"/>
              <a:gd name="connsiteX160" fmla="*/ 9931976 w 10405929"/>
              <a:gd name="connsiteY160" fmla="*/ 5377512 h 5863508"/>
              <a:gd name="connsiteX161" fmla="*/ 9926602 w 10405929"/>
              <a:gd name="connsiteY161" fmla="*/ 5375862 h 5863508"/>
              <a:gd name="connsiteX162" fmla="*/ 9924130 w 10405929"/>
              <a:gd name="connsiteY162" fmla="*/ 5371700 h 5863508"/>
              <a:gd name="connsiteX163" fmla="*/ 9913065 w 10405929"/>
              <a:gd name="connsiteY163" fmla="*/ 5371700 h 5863508"/>
              <a:gd name="connsiteX164" fmla="*/ 9915773 w 10405929"/>
              <a:gd name="connsiteY164" fmla="*/ 5379005 h 5863508"/>
              <a:gd name="connsiteX165" fmla="*/ 9922481 w 10405929"/>
              <a:gd name="connsiteY165" fmla="*/ 5384227 h 5863508"/>
              <a:gd name="connsiteX166" fmla="*/ 9932056 w 10405929"/>
              <a:gd name="connsiteY166" fmla="*/ 5386151 h 5863508"/>
              <a:gd name="connsiteX167" fmla="*/ 9941120 w 10405929"/>
              <a:gd name="connsiteY167" fmla="*/ 5384463 h 5863508"/>
              <a:gd name="connsiteX168" fmla="*/ 9947084 w 10405929"/>
              <a:gd name="connsiteY168" fmla="*/ 5379790 h 5863508"/>
              <a:gd name="connsiteX169" fmla="*/ 9949163 w 10405929"/>
              <a:gd name="connsiteY169" fmla="*/ 5373035 h 5863508"/>
              <a:gd name="connsiteX170" fmla="*/ 9946849 w 10405929"/>
              <a:gd name="connsiteY170" fmla="*/ 5366085 h 5863508"/>
              <a:gd name="connsiteX171" fmla="*/ 9941551 w 10405929"/>
              <a:gd name="connsiteY171" fmla="*/ 5362196 h 5863508"/>
              <a:gd name="connsiteX172" fmla="*/ 9933782 w 10405929"/>
              <a:gd name="connsiteY172" fmla="*/ 5359762 h 5863508"/>
              <a:gd name="connsiteX173" fmla="*/ 9926954 w 10405929"/>
              <a:gd name="connsiteY173" fmla="*/ 5357444 h 5863508"/>
              <a:gd name="connsiteX174" fmla="*/ 9924758 w 10405929"/>
              <a:gd name="connsiteY174" fmla="*/ 5354106 h 5863508"/>
              <a:gd name="connsiteX175" fmla="*/ 9926367 w 10405929"/>
              <a:gd name="connsiteY175" fmla="*/ 5351043 h 5863508"/>
              <a:gd name="connsiteX176" fmla="*/ 9930956 w 10405929"/>
              <a:gd name="connsiteY176" fmla="*/ 5349944 h 5863508"/>
              <a:gd name="connsiteX177" fmla="*/ 9936097 w 10405929"/>
              <a:gd name="connsiteY177" fmla="*/ 5351476 h 5863508"/>
              <a:gd name="connsiteX178" fmla="*/ 9938255 w 10405929"/>
              <a:gd name="connsiteY178" fmla="*/ 5355598 h 5863508"/>
              <a:gd name="connsiteX179" fmla="*/ 9948771 w 10405929"/>
              <a:gd name="connsiteY179" fmla="*/ 5355598 h 5863508"/>
              <a:gd name="connsiteX180" fmla="*/ 9943670 w 10405929"/>
              <a:gd name="connsiteY180" fmla="*/ 5345113 h 5863508"/>
              <a:gd name="connsiteX181" fmla="*/ 9931272 w 10405929"/>
              <a:gd name="connsiteY181" fmla="*/ 5341225 h 5863508"/>
              <a:gd name="connsiteX182" fmla="*/ 9788041 w 10405929"/>
              <a:gd name="connsiteY182" fmla="*/ 5341225 h 5863508"/>
              <a:gd name="connsiteX183" fmla="*/ 9776662 w 10405929"/>
              <a:gd name="connsiteY183" fmla="*/ 5344013 h 5863508"/>
              <a:gd name="connsiteX184" fmla="*/ 9768618 w 10405929"/>
              <a:gd name="connsiteY184" fmla="*/ 5351907 h 5863508"/>
              <a:gd name="connsiteX185" fmla="*/ 9765675 w 10405929"/>
              <a:gd name="connsiteY185" fmla="*/ 5363687 h 5863508"/>
              <a:gd name="connsiteX186" fmla="*/ 9768540 w 10405929"/>
              <a:gd name="connsiteY186" fmla="*/ 5375469 h 5863508"/>
              <a:gd name="connsiteX187" fmla="*/ 9776427 w 10405929"/>
              <a:gd name="connsiteY187" fmla="*/ 5383362 h 5863508"/>
              <a:gd name="connsiteX188" fmla="*/ 9787727 w 10405929"/>
              <a:gd name="connsiteY188" fmla="*/ 5386151 h 5863508"/>
              <a:gd name="connsiteX189" fmla="*/ 9799224 w 10405929"/>
              <a:gd name="connsiteY189" fmla="*/ 5383362 h 5863508"/>
              <a:gd name="connsiteX190" fmla="*/ 9807386 w 10405929"/>
              <a:gd name="connsiteY190" fmla="*/ 5375469 h 5863508"/>
              <a:gd name="connsiteX191" fmla="*/ 9810407 w 10405929"/>
              <a:gd name="connsiteY191" fmla="*/ 5363687 h 5863508"/>
              <a:gd name="connsiteX192" fmla="*/ 9807464 w 10405929"/>
              <a:gd name="connsiteY192" fmla="*/ 5351907 h 5863508"/>
              <a:gd name="connsiteX193" fmla="*/ 9799421 w 10405929"/>
              <a:gd name="connsiteY193" fmla="*/ 5344013 h 5863508"/>
              <a:gd name="connsiteX194" fmla="*/ 9788041 w 10405929"/>
              <a:gd name="connsiteY194" fmla="*/ 5341225 h 5863508"/>
              <a:gd name="connsiteX195" fmla="*/ 9887558 w 10405929"/>
              <a:gd name="connsiteY195" fmla="*/ 5341223 h 5863508"/>
              <a:gd name="connsiteX196" fmla="*/ 9876178 w 10405929"/>
              <a:gd name="connsiteY196" fmla="*/ 5343971 h 5863508"/>
              <a:gd name="connsiteX197" fmla="*/ 9868487 w 10405929"/>
              <a:gd name="connsiteY197" fmla="*/ 5351826 h 5863508"/>
              <a:gd name="connsiteX198" fmla="*/ 9865742 w 10405929"/>
              <a:gd name="connsiteY198" fmla="*/ 5363686 h 5863508"/>
              <a:gd name="connsiteX199" fmla="*/ 9868526 w 10405929"/>
              <a:gd name="connsiteY199" fmla="*/ 5375468 h 5863508"/>
              <a:gd name="connsiteX200" fmla="*/ 9876296 w 10405929"/>
              <a:gd name="connsiteY200" fmla="*/ 5383360 h 5863508"/>
              <a:gd name="connsiteX201" fmla="*/ 9887558 w 10405929"/>
              <a:gd name="connsiteY201" fmla="*/ 5386149 h 5863508"/>
              <a:gd name="connsiteX202" fmla="*/ 9900664 w 10405929"/>
              <a:gd name="connsiteY202" fmla="*/ 5382104 h 5863508"/>
              <a:gd name="connsiteX203" fmla="*/ 9907882 w 10405929"/>
              <a:gd name="connsiteY203" fmla="*/ 5371776 h 5863508"/>
              <a:gd name="connsiteX204" fmla="*/ 9896033 w 10405929"/>
              <a:gd name="connsiteY204" fmla="*/ 5371776 h 5863508"/>
              <a:gd name="connsiteX205" fmla="*/ 9887322 w 10405929"/>
              <a:gd name="connsiteY205" fmla="*/ 5377038 h 5863508"/>
              <a:gd name="connsiteX206" fmla="*/ 9880180 w 10405929"/>
              <a:gd name="connsiteY206" fmla="*/ 5374367 h 5863508"/>
              <a:gd name="connsiteX207" fmla="*/ 9876885 w 10405929"/>
              <a:gd name="connsiteY207" fmla="*/ 5366984 h 5863508"/>
              <a:gd name="connsiteX208" fmla="*/ 9908668 w 10405929"/>
              <a:gd name="connsiteY208" fmla="*/ 5366984 h 5863508"/>
              <a:gd name="connsiteX209" fmla="*/ 9908982 w 10405929"/>
              <a:gd name="connsiteY209" fmla="*/ 5362743 h 5863508"/>
              <a:gd name="connsiteX210" fmla="*/ 9906273 w 10405929"/>
              <a:gd name="connsiteY210" fmla="*/ 5351473 h 5863508"/>
              <a:gd name="connsiteX211" fmla="*/ 9898663 w 10405929"/>
              <a:gd name="connsiteY211" fmla="*/ 5343894 h 5863508"/>
              <a:gd name="connsiteX212" fmla="*/ 9887558 w 10405929"/>
              <a:gd name="connsiteY212" fmla="*/ 5341223 h 5863508"/>
              <a:gd name="connsiteX213" fmla="*/ 9975300 w 10405929"/>
              <a:gd name="connsiteY213" fmla="*/ 5341222 h 5863508"/>
              <a:gd name="connsiteX214" fmla="*/ 9964156 w 10405929"/>
              <a:gd name="connsiteY214" fmla="*/ 5344010 h 5863508"/>
              <a:gd name="connsiteX215" fmla="*/ 9956543 w 10405929"/>
              <a:gd name="connsiteY215" fmla="*/ 5351865 h 5863508"/>
              <a:gd name="connsiteX216" fmla="*/ 9953797 w 10405929"/>
              <a:gd name="connsiteY216" fmla="*/ 5363685 h 5863508"/>
              <a:gd name="connsiteX217" fmla="*/ 9956543 w 10405929"/>
              <a:gd name="connsiteY217" fmla="*/ 5375506 h 5863508"/>
              <a:gd name="connsiteX218" fmla="*/ 9964156 w 10405929"/>
              <a:gd name="connsiteY218" fmla="*/ 5383360 h 5863508"/>
              <a:gd name="connsiteX219" fmla="*/ 9975300 w 10405929"/>
              <a:gd name="connsiteY219" fmla="*/ 5386148 h 5863508"/>
              <a:gd name="connsiteX220" fmla="*/ 9988641 w 10405929"/>
              <a:gd name="connsiteY220" fmla="*/ 5381986 h 5863508"/>
              <a:gd name="connsiteX221" fmla="*/ 9995782 w 10405929"/>
              <a:gd name="connsiteY221" fmla="*/ 5370754 h 5863508"/>
              <a:gd name="connsiteX222" fmla="*/ 9983932 w 10405929"/>
              <a:gd name="connsiteY222" fmla="*/ 5370754 h 5863508"/>
              <a:gd name="connsiteX223" fmla="*/ 9975221 w 10405929"/>
              <a:gd name="connsiteY223" fmla="*/ 5376724 h 5863508"/>
              <a:gd name="connsiteX224" fmla="*/ 9967766 w 10405929"/>
              <a:gd name="connsiteY224" fmla="*/ 5373306 h 5863508"/>
              <a:gd name="connsiteX225" fmla="*/ 9965020 w 10405929"/>
              <a:gd name="connsiteY225" fmla="*/ 5363685 h 5863508"/>
              <a:gd name="connsiteX226" fmla="*/ 9967766 w 10405929"/>
              <a:gd name="connsiteY226" fmla="*/ 5353985 h 5863508"/>
              <a:gd name="connsiteX227" fmla="*/ 9975221 w 10405929"/>
              <a:gd name="connsiteY227" fmla="*/ 5350569 h 5863508"/>
              <a:gd name="connsiteX228" fmla="*/ 9980753 w 10405929"/>
              <a:gd name="connsiteY228" fmla="*/ 5352179 h 5863508"/>
              <a:gd name="connsiteX229" fmla="*/ 9983932 w 10405929"/>
              <a:gd name="connsiteY229" fmla="*/ 5356616 h 5863508"/>
              <a:gd name="connsiteX230" fmla="*/ 9995782 w 10405929"/>
              <a:gd name="connsiteY230" fmla="*/ 5356616 h 5863508"/>
              <a:gd name="connsiteX231" fmla="*/ 9988681 w 10405929"/>
              <a:gd name="connsiteY231" fmla="*/ 5345267 h 5863508"/>
              <a:gd name="connsiteX232" fmla="*/ 9975300 w 10405929"/>
              <a:gd name="connsiteY232" fmla="*/ 5341222 h 5863508"/>
              <a:gd name="connsiteX233" fmla="*/ 9833954 w 10405929"/>
              <a:gd name="connsiteY233" fmla="*/ 5341221 h 5863508"/>
              <a:gd name="connsiteX234" fmla="*/ 9823870 w 10405929"/>
              <a:gd name="connsiteY234" fmla="*/ 5343969 h 5863508"/>
              <a:gd name="connsiteX235" fmla="*/ 9816730 w 10405929"/>
              <a:gd name="connsiteY235" fmla="*/ 5351823 h 5863508"/>
              <a:gd name="connsiteX236" fmla="*/ 9814100 w 10405929"/>
              <a:gd name="connsiteY236" fmla="*/ 5363527 h 5863508"/>
              <a:gd name="connsiteX237" fmla="*/ 9816730 w 10405929"/>
              <a:gd name="connsiteY237" fmla="*/ 5375347 h 5863508"/>
              <a:gd name="connsiteX238" fmla="*/ 9823909 w 10405929"/>
              <a:gd name="connsiteY238" fmla="*/ 5383319 h 5863508"/>
              <a:gd name="connsiteX239" fmla="*/ 9833954 w 10405929"/>
              <a:gd name="connsiteY239" fmla="*/ 5386147 h 5863508"/>
              <a:gd name="connsiteX240" fmla="*/ 9842470 w 10405929"/>
              <a:gd name="connsiteY240" fmla="*/ 5384104 h 5863508"/>
              <a:gd name="connsiteX241" fmla="*/ 9848316 w 10405929"/>
              <a:gd name="connsiteY241" fmla="*/ 5378999 h 5863508"/>
              <a:gd name="connsiteX242" fmla="*/ 9848316 w 10405929"/>
              <a:gd name="connsiteY242" fmla="*/ 5385754 h 5863508"/>
              <a:gd name="connsiteX243" fmla="*/ 9845334 w 10405929"/>
              <a:gd name="connsiteY243" fmla="*/ 5394433 h 5863508"/>
              <a:gd name="connsiteX244" fmla="*/ 9837564 w 10405929"/>
              <a:gd name="connsiteY244" fmla="*/ 5397299 h 5863508"/>
              <a:gd name="connsiteX245" fmla="*/ 9830619 w 10405929"/>
              <a:gd name="connsiteY245" fmla="*/ 5395532 h 5863508"/>
              <a:gd name="connsiteX246" fmla="*/ 9826891 w 10405929"/>
              <a:gd name="connsiteY246" fmla="*/ 5390781 h 5863508"/>
              <a:gd name="connsiteX247" fmla="*/ 9815983 w 10405929"/>
              <a:gd name="connsiteY247" fmla="*/ 5390781 h 5863508"/>
              <a:gd name="connsiteX248" fmla="*/ 9822693 w 10405929"/>
              <a:gd name="connsiteY248" fmla="*/ 5402562 h 5863508"/>
              <a:gd name="connsiteX249" fmla="*/ 9837879 w 10405929"/>
              <a:gd name="connsiteY249" fmla="*/ 5406882 h 5863508"/>
              <a:gd name="connsiteX250" fmla="*/ 9849649 w 10405929"/>
              <a:gd name="connsiteY250" fmla="*/ 5404093 h 5863508"/>
              <a:gd name="connsiteX251" fmla="*/ 9856948 w 10405929"/>
              <a:gd name="connsiteY251" fmla="*/ 5396553 h 5863508"/>
              <a:gd name="connsiteX252" fmla="*/ 9859381 w 10405929"/>
              <a:gd name="connsiteY252" fmla="*/ 5385754 h 5863508"/>
              <a:gd name="connsiteX253" fmla="*/ 9859381 w 10405929"/>
              <a:gd name="connsiteY253" fmla="*/ 5341928 h 5863508"/>
              <a:gd name="connsiteX254" fmla="*/ 9848316 w 10405929"/>
              <a:gd name="connsiteY254" fmla="*/ 5341928 h 5863508"/>
              <a:gd name="connsiteX255" fmla="*/ 9848316 w 10405929"/>
              <a:gd name="connsiteY255" fmla="*/ 5348132 h 5863508"/>
              <a:gd name="connsiteX256" fmla="*/ 9842510 w 10405929"/>
              <a:gd name="connsiteY256" fmla="*/ 5343146 h 5863508"/>
              <a:gd name="connsiteX257" fmla="*/ 9833954 w 10405929"/>
              <a:gd name="connsiteY257" fmla="*/ 5341221 h 5863508"/>
              <a:gd name="connsiteX258" fmla="*/ 10149523 w 10405929"/>
              <a:gd name="connsiteY258" fmla="*/ 5327355 h 5863508"/>
              <a:gd name="connsiteX259" fmla="*/ 10149523 w 10405929"/>
              <a:gd name="connsiteY259" fmla="*/ 5385476 h 5863508"/>
              <a:gd name="connsiteX260" fmla="*/ 10160509 w 10405929"/>
              <a:gd name="connsiteY260" fmla="*/ 5385476 h 5863508"/>
              <a:gd name="connsiteX261" fmla="*/ 10160509 w 10405929"/>
              <a:gd name="connsiteY261" fmla="*/ 5327355 h 5863508"/>
              <a:gd name="connsiteX262" fmla="*/ 10002303 w 10405929"/>
              <a:gd name="connsiteY262" fmla="*/ 5327321 h 5863508"/>
              <a:gd name="connsiteX263" fmla="*/ 10002303 w 10405929"/>
              <a:gd name="connsiteY263" fmla="*/ 5385442 h 5863508"/>
              <a:gd name="connsiteX264" fmla="*/ 10013289 w 10405929"/>
              <a:gd name="connsiteY264" fmla="*/ 5385442 h 5863508"/>
              <a:gd name="connsiteX265" fmla="*/ 10013289 w 10405929"/>
              <a:gd name="connsiteY265" fmla="*/ 5361408 h 5863508"/>
              <a:gd name="connsiteX266" fmla="*/ 10015918 w 10405929"/>
              <a:gd name="connsiteY266" fmla="*/ 5353436 h 5863508"/>
              <a:gd name="connsiteX267" fmla="*/ 10023099 w 10405929"/>
              <a:gd name="connsiteY267" fmla="*/ 5350648 h 5863508"/>
              <a:gd name="connsiteX268" fmla="*/ 10030162 w 10405929"/>
              <a:gd name="connsiteY268" fmla="*/ 5353436 h 5863508"/>
              <a:gd name="connsiteX269" fmla="*/ 10032752 w 10405929"/>
              <a:gd name="connsiteY269" fmla="*/ 5361408 h 5863508"/>
              <a:gd name="connsiteX270" fmla="*/ 10032752 w 10405929"/>
              <a:gd name="connsiteY270" fmla="*/ 5385442 h 5863508"/>
              <a:gd name="connsiteX271" fmla="*/ 10043738 w 10405929"/>
              <a:gd name="connsiteY271" fmla="*/ 5385442 h 5863508"/>
              <a:gd name="connsiteX272" fmla="*/ 10043738 w 10405929"/>
              <a:gd name="connsiteY272" fmla="*/ 5359915 h 5863508"/>
              <a:gd name="connsiteX273" fmla="*/ 10041579 w 10405929"/>
              <a:gd name="connsiteY273" fmla="*/ 5349823 h 5863508"/>
              <a:gd name="connsiteX274" fmla="*/ 10035577 w 10405929"/>
              <a:gd name="connsiteY274" fmla="*/ 5343461 h 5863508"/>
              <a:gd name="connsiteX275" fmla="*/ 10026788 w 10405929"/>
              <a:gd name="connsiteY275" fmla="*/ 5341301 h 5863508"/>
              <a:gd name="connsiteX276" fmla="*/ 10018939 w 10405929"/>
              <a:gd name="connsiteY276" fmla="*/ 5342912 h 5863508"/>
              <a:gd name="connsiteX277" fmla="*/ 10013289 w 10405929"/>
              <a:gd name="connsiteY277" fmla="*/ 5347349 h 5863508"/>
              <a:gd name="connsiteX278" fmla="*/ 10013289 w 10405929"/>
              <a:gd name="connsiteY278" fmla="*/ 5327321 h 5863508"/>
              <a:gd name="connsiteX279" fmla="*/ 9718115 w 10405929"/>
              <a:gd name="connsiteY279" fmla="*/ 5327321 h 5863508"/>
              <a:gd name="connsiteX280" fmla="*/ 9718115 w 10405929"/>
              <a:gd name="connsiteY280" fmla="*/ 5385442 h 5863508"/>
              <a:gd name="connsiteX281" fmla="*/ 9729101 w 10405929"/>
              <a:gd name="connsiteY281" fmla="*/ 5385442 h 5863508"/>
              <a:gd name="connsiteX282" fmla="*/ 9729101 w 10405929"/>
              <a:gd name="connsiteY282" fmla="*/ 5361408 h 5863508"/>
              <a:gd name="connsiteX283" fmla="*/ 9731730 w 10405929"/>
              <a:gd name="connsiteY283" fmla="*/ 5353436 h 5863508"/>
              <a:gd name="connsiteX284" fmla="*/ 9738910 w 10405929"/>
              <a:gd name="connsiteY284" fmla="*/ 5350648 h 5863508"/>
              <a:gd name="connsiteX285" fmla="*/ 9745973 w 10405929"/>
              <a:gd name="connsiteY285" fmla="*/ 5353436 h 5863508"/>
              <a:gd name="connsiteX286" fmla="*/ 9748563 w 10405929"/>
              <a:gd name="connsiteY286" fmla="*/ 5361408 h 5863508"/>
              <a:gd name="connsiteX287" fmla="*/ 9748563 w 10405929"/>
              <a:gd name="connsiteY287" fmla="*/ 5385442 h 5863508"/>
              <a:gd name="connsiteX288" fmla="*/ 9759549 w 10405929"/>
              <a:gd name="connsiteY288" fmla="*/ 5385442 h 5863508"/>
              <a:gd name="connsiteX289" fmla="*/ 9759549 w 10405929"/>
              <a:gd name="connsiteY289" fmla="*/ 5359915 h 5863508"/>
              <a:gd name="connsiteX290" fmla="*/ 9757391 w 10405929"/>
              <a:gd name="connsiteY290" fmla="*/ 5349823 h 5863508"/>
              <a:gd name="connsiteX291" fmla="*/ 9751388 w 10405929"/>
              <a:gd name="connsiteY291" fmla="*/ 5343461 h 5863508"/>
              <a:gd name="connsiteX292" fmla="*/ 9742598 w 10405929"/>
              <a:gd name="connsiteY292" fmla="*/ 5341301 h 5863508"/>
              <a:gd name="connsiteX293" fmla="*/ 9734751 w 10405929"/>
              <a:gd name="connsiteY293" fmla="*/ 5342912 h 5863508"/>
              <a:gd name="connsiteX294" fmla="*/ 9729101 w 10405929"/>
              <a:gd name="connsiteY294" fmla="*/ 5347349 h 5863508"/>
              <a:gd name="connsiteX295" fmla="*/ 9729101 w 10405929"/>
              <a:gd name="connsiteY295" fmla="*/ 5327321 h 5863508"/>
              <a:gd name="connsiteX296" fmla="*/ 9491122 w 10405929"/>
              <a:gd name="connsiteY296" fmla="*/ 5318481 h 5863508"/>
              <a:gd name="connsiteX297" fmla="*/ 9580436 w 10405929"/>
              <a:gd name="connsiteY297" fmla="*/ 5407870 h 5863508"/>
              <a:gd name="connsiteX298" fmla="*/ 9669751 w 10405929"/>
              <a:gd name="connsiteY298" fmla="*/ 5318481 h 5863508"/>
              <a:gd name="connsiteX299" fmla="*/ 9626337 w 10405929"/>
              <a:gd name="connsiteY299" fmla="*/ 5318481 h 5863508"/>
              <a:gd name="connsiteX300" fmla="*/ 9580436 w 10405929"/>
              <a:gd name="connsiteY300" fmla="*/ 5364420 h 5863508"/>
              <a:gd name="connsiteX301" fmla="*/ 9534535 w 10405929"/>
              <a:gd name="connsiteY301" fmla="*/ 5318481 h 5863508"/>
              <a:gd name="connsiteX302" fmla="*/ 10375349 w 10405929"/>
              <a:gd name="connsiteY302" fmla="*/ 3087492 h 5863508"/>
              <a:gd name="connsiteX303" fmla="*/ 10160510 w 10405929"/>
              <a:gd name="connsiteY303" fmla="*/ 3302331 h 5863508"/>
              <a:gd name="connsiteX304" fmla="*/ 10160510 w 10405929"/>
              <a:gd name="connsiteY304" fmla="*/ 3309951 h 5863508"/>
              <a:gd name="connsiteX305" fmla="*/ 10379159 w 10405929"/>
              <a:gd name="connsiteY305" fmla="*/ 3091302 h 5863508"/>
              <a:gd name="connsiteX306" fmla="*/ 10337249 w 10405929"/>
              <a:gd name="connsiteY306" fmla="*/ 3087492 h 5863508"/>
              <a:gd name="connsiteX307" fmla="*/ 10160510 w 10405929"/>
              <a:gd name="connsiteY307" fmla="*/ 3264231 h 5863508"/>
              <a:gd name="connsiteX308" fmla="*/ 10160510 w 10405929"/>
              <a:gd name="connsiteY308" fmla="*/ 3271851 h 5863508"/>
              <a:gd name="connsiteX309" fmla="*/ 10341059 w 10405929"/>
              <a:gd name="connsiteY309" fmla="*/ 3091302 h 5863508"/>
              <a:gd name="connsiteX310" fmla="*/ 10299149 w 10405929"/>
              <a:gd name="connsiteY310" fmla="*/ 3087492 h 5863508"/>
              <a:gd name="connsiteX311" fmla="*/ 10160510 w 10405929"/>
              <a:gd name="connsiteY311" fmla="*/ 3226131 h 5863508"/>
              <a:gd name="connsiteX312" fmla="*/ 10160510 w 10405929"/>
              <a:gd name="connsiteY312" fmla="*/ 3233751 h 5863508"/>
              <a:gd name="connsiteX313" fmla="*/ 10302959 w 10405929"/>
              <a:gd name="connsiteY313" fmla="*/ 3091302 h 5863508"/>
              <a:gd name="connsiteX314" fmla="*/ 10261049 w 10405929"/>
              <a:gd name="connsiteY314" fmla="*/ 3087492 h 5863508"/>
              <a:gd name="connsiteX315" fmla="*/ 10160510 w 10405929"/>
              <a:gd name="connsiteY315" fmla="*/ 3188031 h 5863508"/>
              <a:gd name="connsiteX316" fmla="*/ 10160510 w 10405929"/>
              <a:gd name="connsiteY316" fmla="*/ 3195651 h 5863508"/>
              <a:gd name="connsiteX317" fmla="*/ 10264859 w 10405929"/>
              <a:gd name="connsiteY317" fmla="*/ 3091302 h 5863508"/>
              <a:gd name="connsiteX318" fmla="*/ 10222949 w 10405929"/>
              <a:gd name="connsiteY318" fmla="*/ 3087492 h 5863508"/>
              <a:gd name="connsiteX319" fmla="*/ 10160510 w 10405929"/>
              <a:gd name="connsiteY319" fmla="*/ 3149931 h 5863508"/>
              <a:gd name="connsiteX320" fmla="*/ 10160510 w 10405929"/>
              <a:gd name="connsiteY320" fmla="*/ 3157551 h 5863508"/>
              <a:gd name="connsiteX321" fmla="*/ 10226759 w 10405929"/>
              <a:gd name="connsiteY321" fmla="*/ 3091302 h 5863508"/>
              <a:gd name="connsiteX322" fmla="*/ 10184849 w 10405929"/>
              <a:gd name="connsiteY322" fmla="*/ 3087492 h 5863508"/>
              <a:gd name="connsiteX323" fmla="*/ 10160510 w 10405929"/>
              <a:gd name="connsiteY323" fmla="*/ 3111831 h 5863508"/>
              <a:gd name="connsiteX324" fmla="*/ 10160510 w 10405929"/>
              <a:gd name="connsiteY324" fmla="*/ 3119451 h 5863508"/>
              <a:gd name="connsiteX325" fmla="*/ 10188659 w 10405929"/>
              <a:gd name="connsiteY325" fmla="*/ 3091302 h 5863508"/>
              <a:gd name="connsiteX326" fmla="*/ 0 w 10405929"/>
              <a:gd name="connsiteY326" fmla="*/ 0 h 5863508"/>
              <a:gd name="connsiteX327" fmla="*/ 10405929 w 10405929"/>
              <a:gd name="connsiteY327" fmla="*/ 0 h 5863508"/>
              <a:gd name="connsiteX328" fmla="*/ 10405929 w 10405929"/>
              <a:gd name="connsiteY328" fmla="*/ 3095012 h 5863508"/>
              <a:gd name="connsiteX329" fmla="*/ 10160510 w 10405929"/>
              <a:gd name="connsiteY329" fmla="*/ 3340431 h 5863508"/>
              <a:gd name="connsiteX330" fmla="*/ 10160510 w 10405929"/>
              <a:gd name="connsiteY330" fmla="*/ 3348051 h 5863508"/>
              <a:gd name="connsiteX331" fmla="*/ 10405929 w 10405929"/>
              <a:gd name="connsiteY331" fmla="*/ 3102632 h 5863508"/>
              <a:gd name="connsiteX332" fmla="*/ 10405929 w 10405929"/>
              <a:gd name="connsiteY332" fmla="*/ 3133112 h 5863508"/>
              <a:gd name="connsiteX333" fmla="*/ 10160510 w 10405929"/>
              <a:gd name="connsiteY333" fmla="*/ 3378531 h 5863508"/>
              <a:gd name="connsiteX334" fmla="*/ 10160510 w 10405929"/>
              <a:gd name="connsiteY334" fmla="*/ 3386151 h 5863508"/>
              <a:gd name="connsiteX335" fmla="*/ 10405929 w 10405929"/>
              <a:gd name="connsiteY335" fmla="*/ 3140732 h 5863508"/>
              <a:gd name="connsiteX336" fmla="*/ 10405929 w 10405929"/>
              <a:gd name="connsiteY336" fmla="*/ 3171212 h 5863508"/>
              <a:gd name="connsiteX337" fmla="*/ 10160510 w 10405929"/>
              <a:gd name="connsiteY337" fmla="*/ 3416631 h 5863508"/>
              <a:gd name="connsiteX338" fmla="*/ 10160510 w 10405929"/>
              <a:gd name="connsiteY338" fmla="*/ 3424252 h 5863508"/>
              <a:gd name="connsiteX339" fmla="*/ 10405929 w 10405929"/>
              <a:gd name="connsiteY339" fmla="*/ 3178833 h 5863508"/>
              <a:gd name="connsiteX340" fmla="*/ 10405929 w 10405929"/>
              <a:gd name="connsiteY340" fmla="*/ 3209313 h 5863508"/>
              <a:gd name="connsiteX341" fmla="*/ 10160510 w 10405929"/>
              <a:gd name="connsiteY341" fmla="*/ 3454732 h 5863508"/>
              <a:gd name="connsiteX342" fmla="*/ 10160510 w 10405929"/>
              <a:gd name="connsiteY342" fmla="*/ 3462351 h 5863508"/>
              <a:gd name="connsiteX343" fmla="*/ 10405929 w 10405929"/>
              <a:gd name="connsiteY343" fmla="*/ 3216932 h 5863508"/>
              <a:gd name="connsiteX344" fmla="*/ 10405929 w 10405929"/>
              <a:gd name="connsiteY344" fmla="*/ 3247413 h 5863508"/>
              <a:gd name="connsiteX345" fmla="*/ 10160510 w 10405929"/>
              <a:gd name="connsiteY345" fmla="*/ 3492832 h 5863508"/>
              <a:gd name="connsiteX346" fmla="*/ 10160510 w 10405929"/>
              <a:gd name="connsiteY346" fmla="*/ 3500451 h 5863508"/>
              <a:gd name="connsiteX347" fmla="*/ 10405929 w 10405929"/>
              <a:gd name="connsiteY347" fmla="*/ 3255032 h 5863508"/>
              <a:gd name="connsiteX348" fmla="*/ 10405929 w 10405929"/>
              <a:gd name="connsiteY348" fmla="*/ 3285512 h 5863508"/>
              <a:gd name="connsiteX349" fmla="*/ 10160510 w 10405929"/>
              <a:gd name="connsiteY349" fmla="*/ 3530931 h 5863508"/>
              <a:gd name="connsiteX350" fmla="*/ 10160510 w 10405929"/>
              <a:gd name="connsiteY350" fmla="*/ 3538551 h 5863508"/>
              <a:gd name="connsiteX351" fmla="*/ 10405929 w 10405929"/>
              <a:gd name="connsiteY351" fmla="*/ 3293132 h 5863508"/>
              <a:gd name="connsiteX352" fmla="*/ 10405929 w 10405929"/>
              <a:gd name="connsiteY352" fmla="*/ 3323612 h 5863508"/>
              <a:gd name="connsiteX353" fmla="*/ 10160510 w 10405929"/>
              <a:gd name="connsiteY353" fmla="*/ 3569031 h 5863508"/>
              <a:gd name="connsiteX354" fmla="*/ 10160510 w 10405929"/>
              <a:gd name="connsiteY354" fmla="*/ 3576651 h 5863508"/>
              <a:gd name="connsiteX355" fmla="*/ 10405929 w 10405929"/>
              <a:gd name="connsiteY355" fmla="*/ 3331232 h 5863508"/>
              <a:gd name="connsiteX356" fmla="*/ 10405929 w 10405929"/>
              <a:gd name="connsiteY356" fmla="*/ 3361712 h 5863508"/>
              <a:gd name="connsiteX357" fmla="*/ 10160510 w 10405929"/>
              <a:gd name="connsiteY357" fmla="*/ 3607131 h 5863508"/>
              <a:gd name="connsiteX358" fmla="*/ 10160510 w 10405929"/>
              <a:gd name="connsiteY358" fmla="*/ 3614752 h 5863508"/>
              <a:gd name="connsiteX359" fmla="*/ 10405929 w 10405929"/>
              <a:gd name="connsiteY359" fmla="*/ 3369333 h 5863508"/>
              <a:gd name="connsiteX360" fmla="*/ 10405929 w 10405929"/>
              <a:gd name="connsiteY360" fmla="*/ 3399812 h 5863508"/>
              <a:gd name="connsiteX361" fmla="*/ 10160510 w 10405929"/>
              <a:gd name="connsiteY361" fmla="*/ 3645231 h 5863508"/>
              <a:gd name="connsiteX362" fmla="*/ 10160510 w 10405929"/>
              <a:gd name="connsiteY362" fmla="*/ 3652852 h 5863508"/>
              <a:gd name="connsiteX363" fmla="*/ 10405929 w 10405929"/>
              <a:gd name="connsiteY363" fmla="*/ 3407433 h 5863508"/>
              <a:gd name="connsiteX364" fmla="*/ 10405929 w 10405929"/>
              <a:gd name="connsiteY364" fmla="*/ 3437913 h 5863508"/>
              <a:gd name="connsiteX365" fmla="*/ 10160510 w 10405929"/>
              <a:gd name="connsiteY365" fmla="*/ 3683332 h 5863508"/>
              <a:gd name="connsiteX366" fmla="*/ 10160510 w 10405929"/>
              <a:gd name="connsiteY366" fmla="*/ 3690951 h 5863508"/>
              <a:gd name="connsiteX367" fmla="*/ 10405929 w 10405929"/>
              <a:gd name="connsiteY367" fmla="*/ 3445532 h 5863508"/>
              <a:gd name="connsiteX368" fmla="*/ 10405929 w 10405929"/>
              <a:gd name="connsiteY368" fmla="*/ 3476013 h 5863508"/>
              <a:gd name="connsiteX369" fmla="*/ 10160510 w 10405929"/>
              <a:gd name="connsiteY369" fmla="*/ 3721432 h 5863508"/>
              <a:gd name="connsiteX370" fmla="*/ 10160510 w 10405929"/>
              <a:gd name="connsiteY370" fmla="*/ 3729051 h 5863508"/>
              <a:gd name="connsiteX371" fmla="*/ 10405929 w 10405929"/>
              <a:gd name="connsiteY371" fmla="*/ 3483632 h 5863508"/>
              <a:gd name="connsiteX372" fmla="*/ 10405929 w 10405929"/>
              <a:gd name="connsiteY372" fmla="*/ 3514112 h 5863508"/>
              <a:gd name="connsiteX373" fmla="*/ 10160510 w 10405929"/>
              <a:gd name="connsiteY373" fmla="*/ 3759531 h 5863508"/>
              <a:gd name="connsiteX374" fmla="*/ 10160510 w 10405929"/>
              <a:gd name="connsiteY374" fmla="*/ 3767151 h 5863508"/>
              <a:gd name="connsiteX375" fmla="*/ 10405929 w 10405929"/>
              <a:gd name="connsiteY375" fmla="*/ 3521732 h 5863508"/>
              <a:gd name="connsiteX376" fmla="*/ 10405929 w 10405929"/>
              <a:gd name="connsiteY376" fmla="*/ 3552212 h 5863508"/>
              <a:gd name="connsiteX377" fmla="*/ 10160510 w 10405929"/>
              <a:gd name="connsiteY377" fmla="*/ 3797631 h 5863508"/>
              <a:gd name="connsiteX378" fmla="*/ 10160510 w 10405929"/>
              <a:gd name="connsiteY378" fmla="*/ 3805251 h 5863508"/>
              <a:gd name="connsiteX379" fmla="*/ 10405929 w 10405929"/>
              <a:gd name="connsiteY379" fmla="*/ 3559832 h 5863508"/>
              <a:gd name="connsiteX380" fmla="*/ 10405929 w 10405929"/>
              <a:gd name="connsiteY380" fmla="*/ 3590312 h 5863508"/>
              <a:gd name="connsiteX381" fmla="*/ 10160510 w 10405929"/>
              <a:gd name="connsiteY381" fmla="*/ 3835731 h 5863508"/>
              <a:gd name="connsiteX382" fmla="*/ 10160510 w 10405929"/>
              <a:gd name="connsiteY382" fmla="*/ 3843351 h 5863508"/>
              <a:gd name="connsiteX383" fmla="*/ 10405929 w 10405929"/>
              <a:gd name="connsiteY383" fmla="*/ 3597932 h 5863508"/>
              <a:gd name="connsiteX384" fmla="*/ 10405929 w 10405929"/>
              <a:gd name="connsiteY384" fmla="*/ 3628412 h 5863508"/>
              <a:gd name="connsiteX385" fmla="*/ 10160510 w 10405929"/>
              <a:gd name="connsiteY385" fmla="*/ 3873831 h 5863508"/>
              <a:gd name="connsiteX386" fmla="*/ 10160510 w 10405929"/>
              <a:gd name="connsiteY386" fmla="*/ 3881452 h 5863508"/>
              <a:gd name="connsiteX387" fmla="*/ 10405929 w 10405929"/>
              <a:gd name="connsiteY387" fmla="*/ 3636033 h 5863508"/>
              <a:gd name="connsiteX388" fmla="*/ 10405929 w 10405929"/>
              <a:gd name="connsiteY388" fmla="*/ 3666512 h 5863508"/>
              <a:gd name="connsiteX389" fmla="*/ 10160510 w 10405929"/>
              <a:gd name="connsiteY389" fmla="*/ 3911931 h 5863508"/>
              <a:gd name="connsiteX390" fmla="*/ 10160510 w 10405929"/>
              <a:gd name="connsiteY390" fmla="*/ 3919551 h 5863508"/>
              <a:gd name="connsiteX391" fmla="*/ 10405929 w 10405929"/>
              <a:gd name="connsiteY391" fmla="*/ 3674132 h 5863508"/>
              <a:gd name="connsiteX392" fmla="*/ 10405929 w 10405929"/>
              <a:gd name="connsiteY392" fmla="*/ 3704613 h 5863508"/>
              <a:gd name="connsiteX393" fmla="*/ 10160510 w 10405929"/>
              <a:gd name="connsiteY393" fmla="*/ 3950032 h 5863508"/>
              <a:gd name="connsiteX394" fmla="*/ 10160510 w 10405929"/>
              <a:gd name="connsiteY394" fmla="*/ 3957651 h 5863508"/>
              <a:gd name="connsiteX395" fmla="*/ 10405929 w 10405929"/>
              <a:gd name="connsiteY395" fmla="*/ 3712232 h 5863508"/>
              <a:gd name="connsiteX396" fmla="*/ 10405929 w 10405929"/>
              <a:gd name="connsiteY396" fmla="*/ 3742712 h 5863508"/>
              <a:gd name="connsiteX397" fmla="*/ 10160510 w 10405929"/>
              <a:gd name="connsiteY397" fmla="*/ 3988131 h 5863508"/>
              <a:gd name="connsiteX398" fmla="*/ 10160510 w 10405929"/>
              <a:gd name="connsiteY398" fmla="*/ 3995751 h 5863508"/>
              <a:gd name="connsiteX399" fmla="*/ 10405929 w 10405929"/>
              <a:gd name="connsiteY399" fmla="*/ 3750332 h 5863508"/>
              <a:gd name="connsiteX400" fmla="*/ 10405929 w 10405929"/>
              <a:gd name="connsiteY400" fmla="*/ 3780812 h 5863508"/>
              <a:gd name="connsiteX401" fmla="*/ 10160510 w 10405929"/>
              <a:gd name="connsiteY401" fmla="*/ 4026231 h 5863508"/>
              <a:gd name="connsiteX402" fmla="*/ 10160510 w 10405929"/>
              <a:gd name="connsiteY402" fmla="*/ 4033851 h 5863508"/>
              <a:gd name="connsiteX403" fmla="*/ 10405929 w 10405929"/>
              <a:gd name="connsiteY403" fmla="*/ 3788432 h 5863508"/>
              <a:gd name="connsiteX404" fmla="*/ 10405929 w 10405929"/>
              <a:gd name="connsiteY404" fmla="*/ 3818912 h 5863508"/>
              <a:gd name="connsiteX405" fmla="*/ 10160510 w 10405929"/>
              <a:gd name="connsiteY405" fmla="*/ 4064331 h 5863508"/>
              <a:gd name="connsiteX406" fmla="*/ 10160510 w 10405929"/>
              <a:gd name="connsiteY406" fmla="*/ 4071951 h 5863508"/>
              <a:gd name="connsiteX407" fmla="*/ 10405929 w 10405929"/>
              <a:gd name="connsiteY407" fmla="*/ 3826532 h 5863508"/>
              <a:gd name="connsiteX408" fmla="*/ 10405929 w 10405929"/>
              <a:gd name="connsiteY408" fmla="*/ 3857012 h 5863508"/>
              <a:gd name="connsiteX409" fmla="*/ 10160510 w 10405929"/>
              <a:gd name="connsiteY409" fmla="*/ 4102431 h 5863508"/>
              <a:gd name="connsiteX410" fmla="*/ 10160510 w 10405929"/>
              <a:gd name="connsiteY410" fmla="*/ 4110052 h 5863508"/>
              <a:gd name="connsiteX411" fmla="*/ 10405929 w 10405929"/>
              <a:gd name="connsiteY411" fmla="*/ 3864633 h 5863508"/>
              <a:gd name="connsiteX412" fmla="*/ 10405929 w 10405929"/>
              <a:gd name="connsiteY412" fmla="*/ 3895112 h 5863508"/>
              <a:gd name="connsiteX413" fmla="*/ 10160510 w 10405929"/>
              <a:gd name="connsiteY413" fmla="*/ 4140531 h 5863508"/>
              <a:gd name="connsiteX414" fmla="*/ 10160510 w 10405929"/>
              <a:gd name="connsiteY414" fmla="*/ 4148152 h 5863508"/>
              <a:gd name="connsiteX415" fmla="*/ 10405929 w 10405929"/>
              <a:gd name="connsiteY415" fmla="*/ 3902733 h 5863508"/>
              <a:gd name="connsiteX416" fmla="*/ 10405929 w 10405929"/>
              <a:gd name="connsiteY416" fmla="*/ 3933213 h 5863508"/>
              <a:gd name="connsiteX417" fmla="*/ 10160510 w 10405929"/>
              <a:gd name="connsiteY417" fmla="*/ 4178632 h 5863508"/>
              <a:gd name="connsiteX418" fmla="*/ 10160510 w 10405929"/>
              <a:gd name="connsiteY418" fmla="*/ 4186251 h 5863508"/>
              <a:gd name="connsiteX419" fmla="*/ 10405929 w 10405929"/>
              <a:gd name="connsiteY419" fmla="*/ 3940832 h 5863508"/>
              <a:gd name="connsiteX420" fmla="*/ 10405929 w 10405929"/>
              <a:gd name="connsiteY420" fmla="*/ 3971313 h 5863508"/>
              <a:gd name="connsiteX421" fmla="*/ 10160510 w 10405929"/>
              <a:gd name="connsiteY421" fmla="*/ 4216732 h 5863508"/>
              <a:gd name="connsiteX422" fmla="*/ 10160510 w 10405929"/>
              <a:gd name="connsiteY422" fmla="*/ 4224351 h 5863508"/>
              <a:gd name="connsiteX423" fmla="*/ 10405929 w 10405929"/>
              <a:gd name="connsiteY423" fmla="*/ 3978932 h 5863508"/>
              <a:gd name="connsiteX424" fmla="*/ 10405929 w 10405929"/>
              <a:gd name="connsiteY424" fmla="*/ 4009412 h 5863508"/>
              <a:gd name="connsiteX425" fmla="*/ 10160510 w 10405929"/>
              <a:gd name="connsiteY425" fmla="*/ 4254831 h 5863508"/>
              <a:gd name="connsiteX426" fmla="*/ 10160510 w 10405929"/>
              <a:gd name="connsiteY426" fmla="*/ 4262451 h 5863508"/>
              <a:gd name="connsiteX427" fmla="*/ 10405929 w 10405929"/>
              <a:gd name="connsiteY427" fmla="*/ 4017032 h 5863508"/>
              <a:gd name="connsiteX428" fmla="*/ 10405929 w 10405929"/>
              <a:gd name="connsiteY428" fmla="*/ 4047512 h 5863508"/>
              <a:gd name="connsiteX429" fmla="*/ 10160510 w 10405929"/>
              <a:gd name="connsiteY429" fmla="*/ 4292931 h 5863508"/>
              <a:gd name="connsiteX430" fmla="*/ 10160510 w 10405929"/>
              <a:gd name="connsiteY430" fmla="*/ 4300551 h 5863508"/>
              <a:gd name="connsiteX431" fmla="*/ 10405929 w 10405929"/>
              <a:gd name="connsiteY431" fmla="*/ 4055132 h 5863508"/>
              <a:gd name="connsiteX432" fmla="*/ 10405929 w 10405929"/>
              <a:gd name="connsiteY432" fmla="*/ 4085612 h 5863508"/>
              <a:gd name="connsiteX433" fmla="*/ 10160510 w 10405929"/>
              <a:gd name="connsiteY433" fmla="*/ 4331031 h 5863508"/>
              <a:gd name="connsiteX434" fmla="*/ 10160510 w 10405929"/>
              <a:gd name="connsiteY434" fmla="*/ 4338652 h 5863508"/>
              <a:gd name="connsiteX435" fmla="*/ 10405929 w 10405929"/>
              <a:gd name="connsiteY435" fmla="*/ 4093233 h 5863508"/>
              <a:gd name="connsiteX436" fmla="*/ 10405929 w 10405929"/>
              <a:gd name="connsiteY436" fmla="*/ 4123712 h 5863508"/>
              <a:gd name="connsiteX437" fmla="*/ 10160510 w 10405929"/>
              <a:gd name="connsiteY437" fmla="*/ 4369131 h 5863508"/>
              <a:gd name="connsiteX438" fmla="*/ 10160510 w 10405929"/>
              <a:gd name="connsiteY438" fmla="*/ 4376752 h 5863508"/>
              <a:gd name="connsiteX439" fmla="*/ 10405929 w 10405929"/>
              <a:gd name="connsiteY439" fmla="*/ 4131333 h 5863508"/>
              <a:gd name="connsiteX440" fmla="*/ 10405929 w 10405929"/>
              <a:gd name="connsiteY440" fmla="*/ 4161813 h 5863508"/>
              <a:gd name="connsiteX441" fmla="*/ 10160510 w 10405929"/>
              <a:gd name="connsiteY441" fmla="*/ 4407232 h 5863508"/>
              <a:gd name="connsiteX442" fmla="*/ 10160510 w 10405929"/>
              <a:gd name="connsiteY442" fmla="*/ 4414851 h 5863508"/>
              <a:gd name="connsiteX443" fmla="*/ 10405929 w 10405929"/>
              <a:gd name="connsiteY443" fmla="*/ 4169432 h 5863508"/>
              <a:gd name="connsiteX444" fmla="*/ 10405929 w 10405929"/>
              <a:gd name="connsiteY444" fmla="*/ 4199913 h 5863508"/>
              <a:gd name="connsiteX445" fmla="*/ 10160510 w 10405929"/>
              <a:gd name="connsiteY445" fmla="*/ 4445332 h 5863508"/>
              <a:gd name="connsiteX446" fmla="*/ 10160510 w 10405929"/>
              <a:gd name="connsiteY446" fmla="*/ 4452951 h 5863508"/>
              <a:gd name="connsiteX447" fmla="*/ 10405929 w 10405929"/>
              <a:gd name="connsiteY447" fmla="*/ 4207532 h 5863508"/>
              <a:gd name="connsiteX448" fmla="*/ 10405929 w 10405929"/>
              <a:gd name="connsiteY448" fmla="*/ 4238012 h 5863508"/>
              <a:gd name="connsiteX449" fmla="*/ 10160510 w 10405929"/>
              <a:gd name="connsiteY449" fmla="*/ 4483431 h 5863508"/>
              <a:gd name="connsiteX450" fmla="*/ 10160510 w 10405929"/>
              <a:gd name="connsiteY450" fmla="*/ 4491051 h 5863508"/>
              <a:gd name="connsiteX451" fmla="*/ 10405929 w 10405929"/>
              <a:gd name="connsiteY451" fmla="*/ 4245632 h 5863508"/>
              <a:gd name="connsiteX452" fmla="*/ 10405929 w 10405929"/>
              <a:gd name="connsiteY452" fmla="*/ 4276112 h 5863508"/>
              <a:gd name="connsiteX453" fmla="*/ 10160510 w 10405929"/>
              <a:gd name="connsiteY453" fmla="*/ 4521531 h 5863508"/>
              <a:gd name="connsiteX454" fmla="*/ 10160510 w 10405929"/>
              <a:gd name="connsiteY454" fmla="*/ 4529151 h 5863508"/>
              <a:gd name="connsiteX455" fmla="*/ 10405929 w 10405929"/>
              <a:gd name="connsiteY455" fmla="*/ 4283732 h 5863508"/>
              <a:gd name="connsiteX456" fmla="*/ 10405929 w 10405929"/>
              <a:gd name="connsiteY456" fmla="*/ 4314212 h 5863508"/>
              <a:gd name="connsiteX457" fmla="*/ 10160510 w 10405929"/>
              <a:gd name="connsiteY457" fmla="*/ 4559631 h 5863508"/>
              <a:gd name="connsiteX458" fmla="*/ 10160510 w 10405929"/>
              <a:gd name="connsiteY458" fmla="*/ 4567251 h 5863508"/>
              <a:gd name="connsiteX459" fmla="*/ 10405929 w 10405929"/>
              <a:gd name="connsiteY459" fmla="*/ 4321832 h 5863508"/>
              <a:gd name="connsiteX460" fmla="*/ 10405929 w 10405929"/>
              <a:gd name="connsiteY460" fmla="*/ 4352312 h 5863508"/>
              <a:gd name="connsiteX461" fmla="*/ 10160510 w 10405929"/>
              <a:gd name="connsiteY461" fmla="*/ 4597731 h 5863508"/>
              <a:gd name="connsiteX462" fmla="*/ 10160510 w 10405929"/>
              <a:gd name="connsiteY462" fmla="*/ 4605352 h 5863508"/>
              <a:gd name="connsiteX463" fmla="*/ 10405929 w 10405929"/>
              <a:gd name="connsiteY463" fmla="*/ 4359933 h 5863508"/>
              <a:gd name="connsiteX464" fmla="*/ 10405929 w 10405929"/>
              <a:gd name="connsiteY464" fmla="*/ 4390412 h 5863508"/>
              <a:gd name="connsiteX465" fmla="*/ 10160510 w 10405929"/>
              <a:gd name="connsiteY465" fmla="*/ 4635831 h 5863508"/>
              <a:gd name="connsiteX466" fmla="*/ 10160510 w 10405929"/>
              <a:gd name="connsiteY466" fmla="*/ 4643451 h 5863508"/>
              <a:gd name="connsiteX467" fmla="*/ 10405929 w 10405929"/>
              <a:gd name="connsiteY467" fmla="*/ 4398032 h 5863508"/>
              <a:gd name="connsiteX468" fmla="*/ 10405929 w 10405929"/>
              <a:gd name="connsiteY468" fmla="*/ 4428513 h 5863508"/>
              <a:gd name="connsiteX469" fmla="*/ 10160510 w 10405929"/>
              <a:gd name="connsiteY469" fmla="*/ 4673932 h 5863508"/>
              <a:gd name="connsiteX470" fmla="*/ 10160510 w 10405929"/>
              <a:gd name="connsiteY470" fmla="*/ 4681551 h 5863508"/>
              <a:gd name="connsiteX471" fmla="*/ 10405929 w 10405929"/>
              <a:gd name="connsiteY471" fmla="*/ 4436132 h 5863508"/>
              <a:gd name="connsiteX472" fmla="*/ 10405929 w 10405929"/>
              <a:gd name="connsiteY472" fmla="*/ 4466612 h 5863508"/>
              <a:gd name="connsiteX473" fmla="*/ 10160510 w 10405929"/>
              <a:gd name="connsiteY473" fmla="*/ 4712031 h 5863508"/>
              <a:gd name="connsiteX474" fmla="*/ 10160510 w 10405929"/>
              <a:gd name="connsiteY474" fmla="*/ 4719651 h 5863508"/>
              <a:gd name="connsiteX475" fmla="*/ 10405929 w 10405929"/>
              <a:gd name="connsiteY475" fmla="*/ 4474232 h 5863508"/>
              <a:gd name="connsiteX476" fmla="*/ 10405929 w 10405929"/>
              <a:gd name="connsiteY476" fmla="*/ 4504712 h 5863508"/>
              <a:gd name="connsiteX477" fmla="*/ 10160510 w 10405929"/>
              <a:gd name="connsiteY477" fmla="*/ 4750131 h 5863508"/>
              <a:gd name="connsiteX478" fmla="*/ 10160510 w 10405929"/>
              <a:gd name="connsiteY478" fmla="*/ 4757751 h 5863508"/>
              <a:gd name="connsiteX479" fmla="*/ 10405929 w 10405929"/>
              <a:gd name="connsiteY479" fmla="*/ 4512332 h 5863508"/>
              <a:gd name="connsiteX480" fmla="*/ 10405929 w 10405929"/>
              <a:gd name="connsiteY480" fmla="*/ 4543765 h 5863508"/>
              <a:gd name="connsiteX481" fmla="*/ 10160510 w 10405929"/>
              <a:gd name="connsiteY481" fmla="*/ 4789184 h 5863508"/>
              <a:gd name="connsiteX482" fmla="*/ 10160510 w 10405929"/>
              <a:gd name="connsiteY482" fmla="*/ 4796804 h 5863508"/>
              <a:gd name="connsiteX483" fmla="*/ 10405929 w 10405929"/>
              <a:gd name="connsiteY483" fmla="*/ 4551385 h 5863508"/>
              <a:gd name="connsiteX484" fmla="*/ 10405929 w 10405929"/>
              <a:gd name="connsiteY484" fmla="*/ 4581864 h 5863508"/>
              <a:gd name="connsiteX485" fmla="*/ 10160510 w 10405929"/>
              <a:gd name="connsiteY485" fmla="*/ 4827283 h 5863508"/>
              <a:gd name="connsiteX486" fmla="*/ 10160510 w 10405929"/>
              <a:gd name="connsiteY486" fmla="*/ 4834903 h 5863508"/>
              <a:gd name="connsiteX487" fmla="*/ 10405929 w 10405929"/>
              <a:gd name="connsiteY487" fmla="*/ 4589484 h 5863508"/>
              <a:gd name="connsiteX488" fmla="*/ 10405929 w 10405929"/>
              <a:gd name="connsiteY488" fmla="*/ 4619965 h 5863508"/>
              <a:gd name="connsiteX489" fmla="*/ 10160510 w 10405929"/>
              <a:gd name="connsiteY489" fmla="*/ 4865384 h 5863508"/>
              <a:gd name="connsiteX490" fmla="*/ 10160510 w 10405929"/>
              <a:gd name="connsiteY490" fmla="*/ 4873003 h 5863508"/>
              <a:gd name="connsiteX491" fmla="*/ 10405929 w 10405929"/>
              <a:gd name="connsiteY491" fmla="*/ 4627584 h 5863508"/>
              <a:gd name="connsiteX492" fmla="*/ 10405929 w 10405929"/>
              <a:gd name="connsiteY492" fmla="*/ 4658064 h 5863508"/>
              <a:gd name="connsiteX493" fmla="*/ 10160510 w 10405929"/>
              <a:gd name="connsiteY493" fmla="*/ 4903483 h 5863508"/>
              <a:gd name="connsiteX494" fmla="*/ 10160510 w 10405929"/>
              <a:gd name="connsiteY494" fmla="*/ 4911103 h 5863508"/>
              <a:gd name="connsiteX495" fmla="*/ 10405929 w 10405929"/>
              <a:gd name="connsiteY495" fmla="*/ 4665684 h 5863508"/>
              <a:gd name="connsiteX496" fmla="*/ 10405929 w 10405929"/>
              <a:gd name="connsiteY496" fmla="*/ 4696164 h 5863508"/>
              <a:gd name="connsiteX497" fmla="*/ 10160510 w 10405929"/>
              <a:gd name="connsiteY497" fmla="*/ 4941583 h 5863508"/>
              <a:gd name="connsiteX498" fmla="*/ 10160510 w 10405929"/>
              <a:gd name="connsiteY498" fmla="*/ 4949203 h 5863508"/>
              <a:gd name="connsiteX499" fmla="*/ 10405929 w 10405929"/>
              <a:gd name="connsiteY499" fmla="*/ 4703784 h 5863508"/>
              <a:gd name="connsiteX500" fmla="*/ 10405929 w 10405929"/>
              <a:gd name="connsiteY500" fmla="*/ 4734264 h 5863508"/>
              <a:gd name="connsiteX501" fmla="*/ 10160510 w 10405929"/>
              <a:gd name="connsiteY501" fmla="*/ 4979683 h 5863508"/>
              <a:gd name="connsiteX502" fmla="*/ 10160510 w 10405929"/>
              <a:gd name="connsiteY502" fmla="*/ 4987303 h 5863508"/>
              <a:gd name="connsiteX503" fmla="*/ 10405929 w 10405929"/>
              <a:gd name="connsiteY503" fmla="*/ 4741884 h 5863508"/>
              <a:gd name="connsiteX504" fmla="*/ 10405929 w 10405929"/>
              <a:gd name="connsiteY504" fmla="*/ 4772364 h 5863508"/>
              <a:gd name="connsiteX505" fmla="*/ 10160510 w 10405929"/>
              <a:gd name="connsiteY505" fmla="*/ 5017783 h 5863508"/>
              <a:gd name="connsiteX506" fmla="*/ 10160510 w 10405929"/>
              <a:gd name="connsiteY506" fmla="*/ 5025404 h 5863508"/>
              <a:gd name="connsiteX507" fmla="*/ 10405929 w 10405929"/>
              <a:gd name="connsiteY507" fmla="*/ 4779985 h 5863508"/>
              <a:gd name="connsiteX508" fmla="*/ 10405929 w 10405929"/>
              <a:gd name="connsiteY508" fmla="*/ 4810464 h 5863508"/>
              <a:gd name="connsiteX509" fmla="*/ 10160510 w 10405929"/>
              <a:gd name="connsiteY509" fmla="*/ 5055883 h 5863508"/>
              <a:gd name="connsiteX510" fmla="*/ 10160510 w 10405929"/>
              <a:gd name="connsiteY510" fmla="*/ 5063504 h 5863508"/>
              <a:gd name="connsiteX511" fmla="*/ 10405929 w 10405929"/>
              <a:gd name="connsiteY511" fmla="*/ 4818085 h 5863508"/>
              <a:gd name="connsiteX512" fmla="*/ 10405929 w 10405929"/>
              <a:gd name="connsiteY512" fmla="*/ 4848565 h 5863508"/>
              <a:gd name="connsiteX513" fmla="*/ 10184247 w 10405929"/>
              <a:gd name="connsiteY513" fmla="*/ 5070247 h 5863508"/>
              <a:gd name="connsiteX514" fmla="*/ 10191866 w 10405929"/>
              <a:gd name="connsiteY514" fmla="*/ 5070247 h 5863508"/>
              <a:gd name="connsiteX515" fmla="*/ 10405929 w 10405929"/>
              <a:gd name="connsiteY515" fmla="*/ 4856184 h 5863508"/>
              <a:gd name="connsiteX516" fmla="*/ 10405929 w 10405929"/>
              <a:gd name="connsiteY516" fmla="*/ 4886665 h 5863508"/>
              <a:gd name="connsiteX517" fmla="*/ 10222347 w 10405929"/>
              <a:gd name="connsiteY517" fmla="*/ 5070247 h 5863508"/>
              <a:gd name="connsiteX518" fmla="*/ 10229966 w 10405929"/>
              <a:gd name="connsiteY518" fmla="*/ 5070247 h 5863508"/>
              <a:gd name="connsiteX519" fmla="*/ 10405929 w 10405929"/>
              <a:gd name="connsiteY519" fmla="*/ 4894284 h 5863508"/>
              <a:gd name="connsiteX520" fmla="*/ 10405929 w 10405929"/>
              <a:gd name="connsiteY520" fmla="*/ 4924764 h 5863508"/>
              <a:gd name="connsiteX521" fmla="*/ 10260446 w 10405929"/>
              <a:gd name="connsiteY521" fmla="*/ 5070247 h 5863508"/>
              <a:gd name="connsiteX522" fmla="*/ 10268066 w 10405929"/>
              <a:gd name="connsiteY522" fmla="*/ 5070247 h 5863508"/>
              <a:gd name="connsiteX523" fmla="*/ 10405929 w 10405929"/>
              <a:gd name="connsiteY523" fmla="*/ 4932384 h 5863508"/>
              <a:gd name="connsiteX524" fmla="*/ 10405929 w 10405929"/>
              <a:gd name="connsiteY524" fmla="*/ 4962864 h 5863508"/>
              <a:gd name="connsiteX525" fmla="*/ 10298546 w 10405929"/>
              <a:gd name="connsiteY525" fmla="*/ 5070247 h 5863508"/>
              <a:gd name="connsiteX526" fmla="*/ 10306166 w 10405929"/>
              <a:gd name="connsiteY526" fmla="*/ 5070247 h 5863508"/>
              <a:gd name="connsiteX527" fmla="*/ 10405929 w 10405929"/>
              <a:gd name="connsiteY527" fmla="*/ 4970484 h 5863508"/>
              <a:gd name="connsiteX528" fmla="*/ 10405929 w 10405929"/>
              <a:gd name="connsiteY528" fmla="*/ 5000964 h 5863508"/>
              <a:gd name="connsiteX529" fmla="*/ 10336646 w 10405929"/>
              <a:gd name="connsiteY529" fmla="*/ 5070247 h 5863508"/>
              <a:gd name="connsiteX530" fmla="*/ 10344267 w 10405929"/>
              <a:gd name="connsiteY530" fmla="*/ 5070247 h 5863508"/>
              <a:gd name="connsiteX531" fmla="*/ 10405929 w 10405929"/>
              <a:gd name="connsiteY531" fmla="*/ 5008585 h 5863508"/>
              <a:gd name="connsiteX532" fmla="*/ 10405929 w 10405929"/>
              <a:gd name="connsiteY532" fmla="*/ 5039064 h 5863508"/>
              <a:gd name="connsiteX533" fmla="*/ 10374746 w 10405929"/>
              <a:gd name="connsiteY533" fmla="*/ 5070247 h 5863508"/>
              <a:gd name="connsiteX534" fmla="*/ 10382367 w 10405929"/>
              <a:gd name="connsiteY534" fmla="*/ 5070247 h 5863508"/>
              <a:gd name="connsiteX535" fmla="*/ 10405929 w 10405929"/>
              <a:gd name="connsiteY535" fmla="*/ 5046685 h 5863508"/>
              <a:gd name="connsiteX536" fmla="*/ 10405929 w 10405929"/>
              <a:gd name="connsiteY536" fmla="*/ 5863508 h 5863508"/>
              <a:gd name="connsiteX537" fmla="*/ 5096422 w 10405929"/>
              <a:gd name="connsiteY537" fmla="*/ 5863508 h 5863508"/>
              <a:gd name="connsiteX538" fmla="*/ 5096422 w 10405929"/>
              <a:gd name="connsiteY538" fmla="*/ 5863507 h 5863508"/>
              <a:gd name="connsiteX539" fmla="*/ 0 w 10405929"/>
              <a:gd name="connsiteY539" fmla="*/ 5863507 h 58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Lst>
            <a:rect l="l" t="t" r="r" b="b"/>
            <a:pathLst>
              <a:path w="10405929" h="5863508">
                <a:moveTo>
                  <a:pt x="9907052" y="5472146"/>
                </a:moveTo>
                <a:cubicBezTo>
                  <a:pt x="9916643" y="5472146"/>
                  <a:pt x="9924635" y="5474882"/>
                  <a:pt x="9931029" y="5480352"/>
                </a:cubicBezTo>
                <a:cubicBezTo>
                  <a:pt x="9937424" y="5485826"/>
                  <a:pt x="9940622" y="5493189"/>
                  <a:pt x="9940622" y="5502445"/>
                </a:cubicBezTo>
                <a:lnTo>
                  <a:pt x="9872204" y="5502445"/>
                </a:lnTo>
                <a:cubicBezTo>
                  <a:pt x="9873692" y="5492770"/>
                  <a:pt x="9877584" y="5485298"/>
                  <a:pt x="9883873" y="5480035"/>
                </a:cubicBezTo>
                <a:cubicBezTo>
                  <a:pt x="9890157" y="5474780"/>
                  <a:pt x="9897886" y="5472146"/>
                  <a:pt x="9907052" y="5472146"/>
                </a:cubicBezTo>
                <a:close/>
                <a:moveTo>
                  <a:pt x="9553064" y="5431449"/>
                </a:moveTo>
                <a:lnTo>
                  <a:pt x="9553064" y="5607565"/>
                </a:lnTo>
                <a:lnTo>
                  <a:pt x="9607734" y="5607565"/>
                </a:lnTo>
                <a:lnTo>
                  <a:pt x="9607734" y="5431449"/>
                </a:lnTo>
                <a:close/>
                <a:moveTo>
                  <a:pt x="9620887" y="5431435"/>
                </a:moveTo>
                <a:lnTo>
                  <a:pt x="9684190" y="5607551"/>
                </a:lnTo>
                <a:lnTo>
                  <a:pt x="9751648" y="5607551"/>
                </a:lnTo>
                <a:lnTo>
                  <a:pt x="9814951" y="5431435"/>
                </a:lnTo>
                <a:lnTo>
                  <a:pt x="9756764" y="5431435"/>
                </a:lnTo>
                <a:lnTo>
                  <a:pt x="9718079" y="5557052"/>
                </a:lnTo>
                <a:lnTo>
                  <a:pt x="9679394" y="5431435"/>
                </a:lnTo>
                <a:close/>
                <a:moveTo>
                  <a:pt x="9345596" y="5431422"/>
                </a:moveTo>
                <a:lnTo>
                  <a:pt x="9408900" y="5607536"/>
                </a:lnTo>
                <a:lnTo>
                  <a:pt x="9476358" y="5607537"/>
                </a:lnTo>
                <a:lnTo>
                  <a:pt x="9539660" y="5431422"/>
                </a:lnTo>
                <a:lnTo>
                  <a:pt x="9481473" y="5431422"/>
                </a:lnTo>
                <a:lnTo>
                  <a:pt x="9442788" y="5557038"/>
                </a:lnTo>
                <a:lnTo>
                  <a:pt x="9404103" y="5431422"/>
                </a:lnTo>
                <a:close/>
                <a:moveTo>
                  <a:pt x="10084495" y="5428913"/>
                </a:moveTo>
                <a:cubicBezTo>
                  <a:pt x="10069361" y="5428913"/>
                  <a:pt x="10056309" y="5431334"/>
                  <a:pt x="10045331" y="5436173"/>
                </a:cubicBezTo>
                <a:cubicBezTo>
                  <a:pt x="10034353" y="5441015"/>
                  <a:pt x="10026038" y="5447589"/>
                  <a:pt x="10020396" y="5455898"/>
                </a:cubicBezTo>
                <a:cubicBezTo>
                  <a:pt x="10014743" y="5464213"/>
                  <a:pt x="10011922" y="5473415"/>
                  <a:pt x="10011922" y="5483516"/>
                </a:cubicBezTo>
                <a:cubicBezTo>
                  <a:pt x="10011922" y="5495508"/>
                  <a:pt x="10015010" y="5505031"/>
                  <a:pt x="10021193" y="5512078"/>
                </a:cubicBezTo>
                <a:cubicBezTo>
                  <a:pt x="10027372" y="5519131"/>
                  <a:pt x="10034727" y="5524283"/>
                  <a:pt x="10043252" y="5527544"/>
                </a:cubicBezTo>
                <a:cubicBezTo>
                  <a:pt x="10051775" y="5530808"/>
                  <a:pt x="10062435" y="5533910"/>
                  <a:pt x="10075224" y="5536854"/>
                </a:cubicBezTo>
                <a:cubicBezTo>
                  <a:pt x="10087156" y="5539803"/>
                  <a:pt x="10095791" y="5542487"/>
                  <a:pt x="10101121" y="5544903"/>
                </a:cubicBezTo>
                <a:cubicBezTo>
                  <a:pt x="10106445" y="5547323"/>
                  <a:pt x="10109112" y="5551057"/>
                  <a:pt x="10109112" y="5556106"/>
                </a:cubicBezTo>
                <a:cubicBezTo>
                  <a:pt x="10109112" y="5560319"/>
                  <a:pt x="10107245" y="5563736"/>
                  <a:pt x="10103519" y="5566364"/>
                </a:cubicBezTo>
                <a:cubicBezTo>
                  <a:pt x="10099787" y="5568998"/>
                  <a:pt x="10094511" y="5570311"/>
                  <a:pt x="10087694" y="5570311"/>
                </a:cubicBezTo>
                <a:cubicBezTo>
                  <a:pt x="10080229" y="5570311"/>
                  <a:pt x="10073945" y="5568417"/>
                  <a:pt x="10068830" y="5564629"/>
                </a:cubicBezTo>
                <a:cubicBezTo>
                  <a:pt x="10063714" y="5560842"/>
                  <a:pt x="10060838" y="5555900"/>
                  <a:pt x="10060197" y="5549795"/>
                </a:cubicBezTo>
                <a:lnTo>
                  <a:pt x="10006168" y="5549795"/>
                </a:lnTo>
                <a:cubicBezTo>
                  <a:pt x="10007018" y="5561157"/>
                  <a:pt x="10010962" y="5571414"/>
                  <a:pt x="10017996" y="5580568"/>
                </a:cubicBezTo>
                <a:cubicBezTo>
                  <a:pt x="10025029" y="5589721"/>
                  <a:pt x="10034622" y="5596930"/>
                  <a:pt x="10046770" y="5602188"/>
                </a:cubicBezTo>
                <a:cubicBezTo>
                  <a:pt x="10058918" y="5607450"/>
                  <a:pt x="10072771" y="5610078"/>
                  <a:pt x="10088331" y="5610078"/>
                </a:cubicBezTo>
                <a:cubicBezTo>
                  <a:pt x="10102825" y="5610078"/>
                  <a:pt x="10115556" y="5607761"/>
                  <a:pt x="10126539" y="5603135"/>
                </a:cubicBezTo>
                <a:cubicBezTo>
                  <a:pt x="10137512" y="5598508"/>
                  <a:pt x="10145930" y="5592143"/>
                  <a:pt x="10151793" y="5584039"/>
                </a:cubicBezTo>
                <a:cubicBezTo>
                  <a:pt x="10157654" y="5575941"/>
                  <a:pt x="10160586" y="5566734"/>
                  <a:pt x="10160586" y="5556424"/>
                </a:cubicBezTo>
                <a:cubicBezTo>
                  <a:pt x="10160371" y="5544221"/>
                  <a:pt x="10157121" y="5534487"/>
                  <a:pt x="10150837" y="5527228"/>
                </a:cubicBezTo>
                <a:cubicBezTo>
                  <a:pt x="10144546" y="5519969"/>
                  <a:pt x="10137247" y="5514711"/>
                  <a:pt x="10128936" y="5511447"/>
                </a:cubicBezTo>
                <a:cubicBezTo>
                  <a:pt x="10120622" y="5508187"/>
                  <a:pt x="10109858" y="5504873"/>
                  <a:pt x="10096646" y="5501505"/>
                </a:cubicBezTo>
                <a:cubicBezTo>
                  <a:pt x="10085136" y="5498980"/>
                  <a:pt x="10076663" y="5496455"/>
                  <a:pt x="10071228" y="5493930"/>
                </a:cubicBezTo>
                <a:cubicBezTo>
                  <a:pt x="10065793" y="5491405"/>
                  <a:pt x="10063077" y="5487618"/>
                  <a:pt x="10063077" y="5482567"/>
                </a:cubicBezTo>
                <a:cubicBezTo>
                  <a:pt x="10063077" y="5478361"/>
                  <a:pt x="10064778" y="5475046"/>
                  <a:pt x="10068191" y="5472626"/>
                </a:cubicBezTo>
                <a:cubicBezTo>
                  <a:pt x="10071596" y="5470209"/>
                  <a:pt x="10076503" y="5468997"/>
                  <a:pt x="10082898" y="5468997"/>
                </a:cubicBezTo>
                <a:cubicBezTo>
                  <a:pt x="10090356" y="5468997"/>
                  <a:pt x="10096376" y="5470787"/>
                  <a:pt x="10100961" y="5474361"/>
                </a:cubicBezTo>
                <a:cubicBezTo>
                  <a:pt x="10105543" y="5477942"/>
                  <a:pt x="10108261" y="5482780"/>
                  <a:pt x="10109112" y="5488880"/>
                </a:cubicBezTo>
                <a:lnTo>
                  <a:pt x="10159626" y="5488880"/>
                </a:lnTo>
                <a:cubicBezTo>
                  <a:pt x="10157710" y="5470787"/>
                  <a:pt x="10150300" y="5456269"/>
                  <a:pt x="10137407" y="5445326"/>
                </a:cubicBezTo>
                <a:cubicBezTo>
                  <a:pt x="10124509" y="5434387"/>
                  <a:pt x="10106877" y="5428913"/>
                  <a:pt x="10084495" y="5428913"/>
                </a:cubicBezTo>
                <a:close/>
                <a:moveTo>
                  <a:pt x="9907690" y="5428906"/>
                </a:moveTo>
                <a:cubicBezTo>
                  <a:pt x="9889999" y="5428906"/>
                  <a:pt x="9874332" y="5432590"/>
                  <a:pt x="9860694" y="5439952"/>
                </a:cubicBezTo>
                <a:cubicBezTo>
                  <a:pt x="9847053" y="5447321"/>
                  <a:pt x="9836445" y="5457839"/>
                  <a:pt x="9828882" y="5471514"/>
                </a:cubicBezTo>
                <a:cubicBezTo>
                  <a:pt x="9821316" y="5485195"/>
                  <a:pt x="9817534" y="5501182"/>
                  <a:pt x="9817534" y="5519488"/>
                </a:cubicBezTo>
                <a:cubicBezTo>
                  <a:pt x="9817534" y="5537795"/>
                  <a:pt x="9821371" y="5553788"/>
                  <a:pt x="9829044" y="5567463"/>
                </a:cubicBezTo>
                <a:cubicBezTo>
                  <a:pt x="9836718" y="5581142"/>
                  <a:pt x="9847371" y="5591661"/>
                  <a:pt x="9861013" y="5599025"/>
                </a:cubicBezTo>
                <a:cubicBezTo>
                  <a:pt x="9874652" y="5606392"/>
                  <a:pt x="9890213" y="5610072"/>
                  <a:pt x="9907690" y="5610072"/>
                </a:cubicBezTo>
                <a:cubicBezTo>
                  <a:pt x="9922184" y="5610072"/>
                  <a:pt x="9935292" y="5607443"/>
                  <a:pt x="9947017" y="5602182"/>
                </a:cubicBezTo>
                <a:cubicBezTo>
                  <a:pt x="9958735" y="5596924"/>
                  <a:pt x="9968488" y="5589664"/>
                  <a:pt x="9976268" y="5580402"/>
                </a:cubicBezTo>
                <a:cubicBezTo>
                  <a:pt x="9984048" y="5571146"/>
                  <a:pt x="9989428" y="5560731"/>
                  <a:pt x="9992415" y="5549157"/>
                </a:cubicBezTo>
                <a:lnTo>
                  <a:pt x="9934228" y="5549157"/>
                </a:lnTo>
                <a:cubicBezTo>
                  <a:pt x="9928898" y="5560519"/>
                  <a:pt x="9919412" y="5566199"/>
                  <a:pt x="9905773" y="5566199"/>
                </a:cubicBezTo>
                <a:cubicBezTo>
                  <a:pt x="9896606" y="5566199"/>
                  <a:pt x="9888879" y="5563310"/>
                  <a:pt x="9882594" y="5557521"/>
                </a:cubicBezTo>
                <a:cubicBezTo>
                  <a:pt x="9876304" y="5551735"/>
                  <a:pt x="9872734" y="5543372"/>
                  <a:pt x="9871884" y="5532428"/>
                </a:cubicBezTo>
                <a:lnTo>
                  <a:pt x="9995611" y="5532428"/>
                </a:lnTo>
                <a:cubicBezTo>
                  <a:pt x="9996251" y="5526961"/>
                  <a:pt x="9996570" y="5521698"/>
                  <a:pt x="9996570" y="5516649"/>
                </a:cubicBezTo>
                <a:cubicBezTo>
                  <a:pt x="9996570" y="5498973"/>
                  <a:pt x="9992784" y="5483508"/>
                  <a:pt x="9985220" y="5470252"/>
                </a:cubicBezTo>
                <a:cubicBezTo>
                  <a:pt x="9977654" y="5456995"/>
                  <a:pt x="9967157" y="5446792"/>
                  <a:pt x="9953730" y="5439637"/>
                </a:cubicBezTo>
                <a:cubicBezTo>
                  <a:pt x="9940303" y="5432486"/>
                  <a:pt x="9924957" y="5428906"/>
                  <a:pt x="9907690" y="5428906"/>
                </a:cubicBezTo>
                <a:close/>
                <a:moveTo>
                  <a:pt x="9836780" y="5350882"/>
                </a:moveTo>
                <a:cubicBezTo>
                  <a:pt x="9838821" y="5350882"/>
                  <a:pt x="9840730" y="5351392"/>
                  <a:pt x="9842510" y="5352413"/>
                </a:cubicBezTo>
                <a:cubicBezTo>
                  <a:pt x="9844287" y="5353434"/>
                  <a:pt x="9845699" y="5354901"/>
                  <a:pt x="9846746" y="5356811"/>
                </a:cubicBezTo>
                <a:cubicBezTo>
                  <a:pt x="9847793" y="5358723"/>
                  <a:pt x="9848316" y="5361014"/>
                  <a:pt x="9848316" y="5363684"/>
                </a:cubicBezTo>
                <a:cubicBezTo>
                  <a:pt x="9848316" y="5366354"/>
                  <a:pt x="9847793" y="5368646"/>
                  <a:pt x="9846746" y="5370556"/>
                </a:cubicBezTo>
                <a:cubicBezTo>
                  <a:pt x="9845699" y="5372468"/>
                  <a:pt x="9844287" y="5373934"/>
                  <a:pt x="9842510" y="5374954"/>
                </a:cubicBezTo>
                <a:cubicBezTo>
                  <a:pt x="9840730" y="5375976"/>
                  <a:pt x="9838821" y="5376486"/>
                  <a:pt x="9836780" y="5376486"/>
                </a:cubicBezTo>
                <a:cubicBezTo>
                  <a:pt x="9834791" y="5376486"/>
                  <a:pt x="9832920" y="5375963"/>
                  <a:pt x="9831169" y="5374916"/>
                </a:cubicBezTo>
                <a:cubicBezTo>
                  <a:pt x="9829415" y="5373868"/>
                  <a:pt x="9828003" y="5372363"/>
                  <a:pt x="9826931" y="5370399"/>
                </a:cubicBezTo>
                <a:cubicBezTo>
                  <a:pt x="9825858" y="5368436"/>
                  <a:pt x="9825323" y="5366145"/>
                  <a:pt x="9825323" y="5363527"/>
                </a:cubicBezTo>
                <a:cubicBezTo>
                  <a:pt x="9825323" y="5360910"/>
                  <a:pt x="9825858" y="5358645"/>
                  <a:pt x="9826931" y="5356733"/>
                </a:cubicBezTo>
                <a:cubicBezTo>
                  <a:pt x="9828003" y="5354822"/>
                  <a:pt x="9829404" y="5353370"/>
                  <a:pt x="9831129" y="5352374"/>
                </a:cubicBezTo>
                <a:cubicBezTo>
                  <a:pt x="9832857" y="5351379"/>
                  <a:pt x="9834740" y="5350882"/>
                  <a:pt x="9836780" y="5350882"/>
                </a:cubicBezTo>
                <a:close/>
                <a:moveTo>
                  <a:pt x="10120575" y="5350806"/>
                </a:moveTo>
                <a:cubicBezTo>
                  <a:pt x="10123713" y="5350806"/>
                  <a:pt x="10126368" y="5351920"/>
                  <a:pt x="10128540" y="5354145"/>
                </a:cubicBezTo>
                <a:cubicBezTo>
                  <a:pt x="10130710" y="5356371"/>
                  <a:pt x="10131796" y="5359552"/>
                  <a:pt x="10131796" y="5363687"/>
                </a:cubicBezTo>
                <a:cubicBezTo>
                  <a:pt x="10131796" y="5366463"/>
                  <a:pt x="10131272" y="5368820"/>
                  <a:pt x="10130228" y="5370756"/>
                </a:cubicBezTo>
                <a:cubicBezTo>
                  <a:pt x="10129180" y="5372694"/>
                  <a:pt x="10127780" y="5374147"/>
                  <a:pt x="10126029" y="5375115"/>
                </a:cubicBezTo>
                <a:cubicBezTo>
                  <a:pt x="10124275" y="5376084"/>
                  <a:pt x="10122405" y="5376568"/>
                  <a:pt x="10120417" y="5376568"/>
                </a:cubicBezTo>
                <a:cubicBezTo>
                  <a:pt x="10117278" y="5376568"/>
                  <a:pt x="10114675" y="5375457"/>
                  <a:pt x="10112608" y="5373230"/>
                </a:cubicBezTo>
                <a:cubicBezTo>
                  <a:pt x="10110541" y="5371006"/>
                  <a:pt x="10109509" y="5367824"/>
                  <a:pt x="10109509" y="5363687"/>
                </a:cubicBezTo>
                <a:cubicBezTo>
                  <a:pt x="10109509" y="5359552"/>
                  <a:pt x="10110569" y="5356371"/>
                  <a:pt x="10112687" y="5354145"/>
                </a:cubicBezTo>
                <a:cubicBezTo>
                  <a:pt x="10114806" y="5351920"/>
                  <a:pt x="10117436" y="5350806"/>
                  <a:pt x="10120575" y="5350806"/>
                </a:cubicBezTo>
                <a:close/>
                <a:moveTo>
                  <a:pt x="10072073" y="5350806"/>
                </a:moveTo>
                <a:cubicBezTo>
                  <a:pt x="10075211" y="5350806"/>
                  <a:pt x="10077866" y="5351920"/>
                  <a:pt x="10080038" y="5354145"/>
                </a:cubicBezTo>
                <a:cubicBezTo>
                  <a:pt x="10082208" y="5356371"/>
                  <a:pt x="10083294" y="5359552"/>
                  <a:pt x="10083294" y="5363687"/>
                </a:cubicBezTo>
                <a:cubicBezTo>
                  <a:pt x="10083294" y="5366463"/>
                  <a:pt x="10082770" y="5368820"/>
                  <a:pt x="10081726" y="5370756"/>
                </a:cubicBezTo>
                <a:cubicBezTo>
                  <a:pt x="10080678" y="5372694"/>
                  <a:pt x="10079278" y="5374147"/>
                  <a:pt x="10077527" y="5375115"/>
                </a:cubicBezTo>
                <a:cubicBezTo>
                  <a:pt x="10075774" y="5376084"/>
                  <a:pt x="10073903" y="5376568"/>
                  <a:pt x="10071915" y="5376568"/>
                </a:cubicBezTo>
                <a:cubicBezTo>
                  <a:pt x="10068776" y="5376568"/>
                  <a:pt x="10066173" y="5375457"/>
                  <a:pt x="10064106" y="5373230"/>
                </a:cubicBezTo>
                <a:cubicBezTo>
                  <a:pt x="10062039" y="5371006"/>
                  <a:pt x="10061007" y="5367824"/>
                  <a:pt x="10061007" y="5363687"/>
                </a:cubicBezTo>
                <a:cubicBezTo>
                  <a:pt x="10061007" y="5359552"/>
                  <a:pt x="10062067" y="5356371"/>
                  <a:pt x="10064185" y="5354145"/>
                </a:cubicBezTo>
                <a:cubicBezTo>
                  <a:pt x="10066304" y="5351920"/>
                  <a:pt x="10068934" y="5350806"/>
                  <a:pt x="10072073" y="5350806"/>
                </a:cubicBezTo>
                <a:close/>
                <a:moveTo>
                  <a:pt x="9787884" y="5350806"/>
                </a:moveTo>
                <a:cubicBezTo>
                  <a:pt x="9791024" y="5350806"/>
                  <a:pt x="9793678" y="5351920"/>
                  <a:pt x="9795850" y="5354145"/>
                </a:cubicBezTo>
                <a:cubicBezTo>
                  <a:pt x="9798020" y="5356371"/>
                  <a:pt x="9799107" y="5359552"/>
                  <a:pt x="9799107" y="5363687"/>
                </a:cubicBezTo>
                <a:cubicBezTo>
                  <a:pt x="9799107" y="5366463"/>
                  <a:pt x="9798582" y="5368820"/>
                  <a:pt x="9797537" y="5370756"/>
                </a:cubicBezTo>
                <a:cubicBezTo>
                  <a:pt x="9796490" y="5372694"/>
                  <a:pt x="9795090" y="5374147"/>
                  <a:pt x="9793339" y="5375115"/>
                </a:cubicBezTo>
                <a:cubicBezTo>
                  <a:pt x="9791585" y="5376084"/>
                  <a:pt x="9789715" y="5376568"/>
                  <a:pt x="9787727" y="5376568"/>
                </a:cubicBezTo>
                <a:cubicBezTo>
                  <a:pt x="9784588" y="5376568"/>
                  <a:pt x="9781985" y="5375457"/>
                  <a:pt x="9779919" y="5373230"/>
                </a:cubicBezTo>
                <a:cubicBezTo>
                  <a:pt x="9777851" y="5371006"/>
                  <a:pt x="9776819" y="5367824"/>
                  <a:pt x="9776819" y="5363687"/>
                </a:cubicBezTo>
                <a:cubicBezTo>
                  <a:pt x="9776819" y="5359552"/>
                  <a:pt x="9777879" y="5356371"/>
                  <a:pt x="9779998" y="5354145"/>
                </a:cubicBezTo>
                <a:cubicBezTo>
                  <a:pt x="9782116" y="5351920"/>
                  <a:pt x="9784746" y="5350806"/>
                  <a:pt x="9787884" y="5350806"/>
                </a:cubicBezTo>
                <a:close/>
                <a:moveTo>
                  <a:pt x="9887243" y="5350255"/>
                </a:moveTo>
                <a:cubicBezTo>
                  <a:pt x="9890120" y="5350255"/>
                  <a:pt x="9892553" y="5351107"/>
                  <a:pt x="9894542" y="5352807"/>
                </a:cubicBezTo>
                <a:cubicBezTo>
                  <a:pt x="9896531" y="5354510"/>
                  <a:pt x="9897550" y="5356774"/>
                  <a:pt x="9897603" y="5359601"/>
                </a:cubicBezTo>
                <a:lnTo>
                  <a:pt x="9876964" y="5359601"/>
                </a:lnTo>
                <a:cubicBezTo>
                  <a:pt x="9877382" y="5356670"/>
                  <a:pt x="9878519" y="5354379"/>
                  <a:pt x="9880377" y="5352729"/>
                </a:cubicBezTo>
                <a:cubicBezTo>
                  <a:pt x="9882234" y="5351080"/>
                  <a:pt x="9884522" y="5350255"/>
                  <a:pt x="9887243" y="5350255"/>
                </a:cubicBezTo>
                <a:close/>
                <a:moveTo>
                  <a:pt x="10120730" y="5341225"/>
                </a:moveTo>
                <a:cubicBezTo>
                  <a:pt x="10116545" y="5341225"/>
                  <a:pt x="10112752" y="5342155"/>
                  <a:pt x="10109352" y="5344013"/>
                </a:cubicBezTo>
                <a:cubicBezTo>
                  <a:pt x="10105950" y="5345871"/>
                  <a:pt x="10103270" y="5348503"/>
                  <a:pt x="10101308" y="5351907"/>
                </a:cubicBezTo>
                <a:cubicBezTo>
                  <a:pt x="10099347" y="5355310"/>
                  <a:pt x="10098366" y="5359237"/>
                  <a:pt x="10098366" y="5363687"/>
                </a:cubicBezTo>
                <a:cubicBezTo>
                  <a:pt x="10098366" y="5368138"/>
                  <a:pt x="10099319" y="5372066"/>
                  <a:pt x="10101230" y="5375469"/>
                </a:cubicBezTo>
                <a:cubicBezTo>
                  <a:pt x="10103139" y="5378873"/>
                  <a:pt x="10105769" y="5381504"/>
                  <a:pt x="10109116" y="5383362"/>
                </a:cubicBezTo>
                <a:cubicBezTo>
                  <a:pt x="10112464" y="5385221"/>
                  <a:pt x="10116231" y="5386151"/>
                  <a:pt x="10120417" y="5386151"/>
                </a:cubicBezTo>
                <a:cubicBezTo>
                  <a:pt x="10124655" y="5386151"/>
                  <a:pt x="10128487" y="5385221"/>
                  <a:pt x="10131914" y="5383362"/>
                </a:cubicBezTo>
                <a:cubicBezTo>
                  <a:pt x="10135340" y="5381504"/>
                  <a:pt x="10138062" y="5378873"/>
                  <a:pt x="10140076" y="5375469"/>
                </a:cubicBezTo>
                <a:cubicBezTo>
                  <a:pt x="10142090" y="5372066"/>
                  <a:pt x="10143097" y="5368138"/>
                  <a:pt x="10143097" y="5363687"/>
                </a:cubicBezTo>
                <a:cubicBezTo>
                  <a:pt x="10143097" y="5359237"/>
                  <a:pt x="10142116" y="5355310"/>
                  <a:pt x="10140154" y="5351907"/>
                </a:cubicBezTo>
                <a:cubicBezTo>
                  <a:pt x="10138193" y="5348503"/>
                  <a:pt x="10135511" y="5345871"/>
                  <a:pt x="10132111" y="5344013"/>
                </a:cubicBezTo>
                <a:cubicBezTo>
                  <a:pt x="10128709" y="5342155"/>
                  <a:pt x="10124917" y="5341225"/>
                  <a:pt x="10120730" y="5341225"/>
                </a:cubicBezTo>
                <a:close/>
                <a:moveTo>
                  <a:pt x="10072229" y="5341225"/>
                </a:moveTo>
                <a:cubicBezTo>
                  <a:pt x="10068043" y="5341225"/>
                  <a:pt x="10064250" y="5342155"/>
                  <a:pt x="10060851" y="5344013"/>
                </a:cubicBezTo>
                <a:cubicBezTo>
                  <a:pt x="10057448" y="5345871"/>
                  <a:pt x="10054768" y="5348503"/>
                  <a:pt x="10052806" y="5351907"/>
                </a:cubicBezTo>
                <a:cubicBezTo>
                  <a:pt x="10050845" y="5355310"/>
                  <a:pt x="10049863" y="5359237"/>
                  <a:pt x="10049863" y="5363687"/>
                </a:cubicBezTo>
                <a:cubicBezTo>
                  <a:pt x="10049863" y="5368138"/>
                  <a:pt x="10050817" y="5372066"/>
                  <a:pt x="10052728" y="5375469"/>
                </a:cubicBezTo>
                <a:cubicBezTo>
                  <a:pt x="10054637" y="5378873"/>
                  <a:pt x="10057267" y="5381504"/>
                  <a:pt x="10060614" y="5383362"/>
                </a:cubicBezTo>
                <a:cubicBezTo>
                  <a:pt x="10063962" y="5385221"/>
                  <a:pt x="10067729" y="5386151"/>
                  <a:pt x="10071915" y="5386151"/>
                </a:cubicBezTo>
                <a:cubicBezTo>
                  <a:pt x="10076154" y="5386151"/>
                  <a:pt x="10079985" y="5385221"/>
                  <a:pt x="10083412" y="5383362"/>
                </a:cubicBezTo>
                <a:cubicBezTo>
                  <a:pt x="10086838" y="5381504"/>
                  <a:pt x="10089560" y="5378873"/>
                  <a:pt x="10091574" y="5375469"/>
                </a:cubicBezTo>
                <a:cubicBezTo>
                  <a:pt x="10093588" y="5372066"/>
                  <a:pt x="10094595" y="5368138"/>
                  <a:pt x="10094595" y="5363687"/>
                </a:cubicBezTo>
                <a:cubicBezTo>
                  <a:pt x="10094595" y="5359237"/>
                  <a:pt x="10093615" y="5355310"/>
                  <a:pt x="10091652" y="5351907"/>
                </a:cubicBezTo>
                <a:cubicBezTo>
                  <a:pt x="10089691" y="5348503"/>
                  <a:pt x="10087009" y="5345871"/>
                  <a:pt x="10083609" y="5344013"/>
                </a:cubicBezTo>
                <a:cubicBezTo>
                  <a:pt x="10080207" y="5342155"/>
                  <a:pt x="10076415" y="5341225"/>
                  <a:pt x="10072229" y="5341225"/>
                </a:cubicBezTo>
                <a:close/>
                <a:moveTo>
                  <a:pt x="9931272" y="5341225"/>
                </a:moveTo>
                <a:cubicBezTo>
                  <a:pt x="9927766" y="5341225"/>
                  <a:pt x="9924719" y="5341803"/>
                  <a:pt x="9922129" y="5342953"/>
                </a:cubicBezTo>
                <a:cubicBezTo>
                  <a:pt x="9919539" y="5344105"/>
                  <a:pt x="9917551" y="5345676"/>
                  <a:pt x="9916165" y="5347667"/>
                </a:cubicBezTo>
                <a:cubicBezTo>
                  <a:pt x="9914778" y="5349657"/>
                  <a:pt x="9914085" y="5351855"/>
                  <a:pt x="9914085" y="5354264"/>
                </a:cubicBezTo>
                <a:cubicBezTo>
                  <a:pt x="9914085" y="5357197"/>
                  <a:pt x="9914830" y="5359526"/>
                  <a:pt x="9916321" y="5361254"/>
                </a:cubicBezTo>
                <a:cubicBezTo>
                  <a:pt x="9917814" y="5362981"/>
                  <a:pt x="9919590" y="5364265"/>
                  <a:pt x="9921658" y="5365102"/>
                </a:cubicBezTo>
                <a:cubicBezTo>
                  <a:pt x="9923725" y="5365941"/>
                  <a:pt x="9926378" y="5366752"/>
                  <a:pt x="9929623" y="5367537"/>
                </a:cubicBezTo>
                <a:cubicBezTo>
                  <a:pt x="9932762" y="5368375"/>
                  <a:pt x="9935051" y="5369147"/>
                  <a:pt x="9936489" y="5369854"/>
                </a:cubicBezTo>
                <a:cubicBezTo>
                  <a:pt x="9937927" y="5370561"/>
                  <a:pt x="9938648" y="5371621"/>
                  <a:pt x="9938648" y="5373035"/>
                </a:cubicBezTo>
                <a:cubicBezTo>
                  <a:pt x="9938648" y="5374344"/>
                  <a:pt x="9938059" y="5375418"/>
                  <a:pt x="9936883" y="5376255"/>
                </a:cubicBezTo>
                <a:cubicBezTo>
                  <a:pt x="9935705" y="5377094"/>
                  <a:pt x="9934070" y="5377512"/>
                  <a:pt x="9931976" y="5377512"/>
                </a:cubicBezTo>
                <a:cubicBezTo>
                  <a:pt x="9929831" y="5377512"/>
                  <a:pt x="9928040" y="5376963"/>
                  <a:pt x="9926602" y="5375862"/>
                </a:cubicBezTo>
                <a:cubicBezTo>
                  <a:pt x="9925161" y="5374762"/>
                  <a:pt x="9924338" y="5373377"/>
                  <a:pt x="9924130" y="5371700"/>
                </a:cubicBezTo>
                <a:lnTo>
                  <a:pt x="9913065" y="5371700"/>
                </a:lnTo>
                <a:cubicBezTo>
                  <a:pt x="9913223" y="5374370"/>
                  <a:pt x="9914124" y="5376805"/>
                  <a:pt x="9915773" y="5379005"/>
                </a:cubicBezTo>
                <a:cubicBezTo>
                  <a:pt x="9917420" y="5381204"/>
                  <a:pt x="9919657" y="5382944"/>
                  <a:pt x="9922481" y="5384227"/>
                </a:cubicBezTo>
                <a:cubicBezTo>
                  <a:pt x="9925308" y="5385510"/>
                  <a:pt x="9928498" y="5386151"/>
                  <a:pt x="9932056" y="5386151"/>
                </a:cubicBezTo>
                <a:cubicBezTo>
                  <a:pt x="9935508" y="5386151"/>
                  <a:pt x="9938530" y="5385588"/>
                  <a:pt x="9941120" y="5384463"/>
                </a:cubicBezTo>
                <a:cubicBezTo>
                  <a:pt x="9943710" y="5383338"/>
                  <a:pt x="9945697" y="5381781"/>
                  <a:pt x="9947084" y="5379790"/>
                </a:cubicBezTo>
                <a:cubicBezTo>
                  <a:pt x="9948469" y="5377800"/>
                  <a:pt x="9949163" y="5375548"/>
                  <a:pt x="9949163" y="5373035"/>
                </a:cubicBezTo>
                <a:cubicBezTo>
                  <a:pt x="9949111" y="5370156"/>
                  <a:pt x="9948340" y="5367839"/>
                  <a:pt x="9946849" y="5366085"/>
                </a:cubicBezTo>
                <a:cubicBezTo>
                  <a:pt x="9945358" y="5364330"/>
                  <a:pt x="9943591" y="5363034"/>
                  <a:pt x="9941551" y="5362196"/>
                </a:cubicBezTo>
                <a:cubicBezTo>
                  <a:pt x="9939510" y="5361359"/>
                  <a:pt x="9936922" y="5360547"/>
                  <a:pt x="9933782" y="5359762"/>
                </a:cubicBezTo>
                <a:cubicBezTo>
                  <a:pt x="9930694" y="5358976"/>
                  <a:pt x="9928419" y="5358204"/>
                  <a:pt x="9926954" y="5357444"/>
                </a:cubicBezTo>
                <a:cubicBezTo>
                  <a:pt x="9925489" y="5356686"/>
                  <a:pt x="9924758" y="5355573"/>
                  <a:pt x="9924758" y="5354106"/>
                </a:cubicBezTo>
                <a:cubicBezTo>
                  <a:pt x="9924758" y="5352798"/>
                  <a:pt x="9925293" y="5351777"/>
                  <a:pt x="9926367" y="5351043"/>
                </a:cubicBezTo>
                <a:cubicBezTo>
                  <a:pt x="9927438" y="5350311"/>
                  <a:pt x="9928968" y="5349944"/>
                  <a:pt x="9930956" y="5349944"/>
                </a:cubicBezTo>
                <a:cubicBezTo>
                  <a:pt x="9933102" y="5349944"/>
                  <a:pt x="9934814" y="5350455"/>
                  <a:pt x="9936097" y="5351476"/>
                </a:cubicBezTo>
                <a:cubicBezTo>
                  <a:pt x="9937378" y="5352497"/>
                  <a:pt x="9938098" y="5353870"/>
                  <a:pt x="9938255" y="5355598"/>
                </a:cubicBezTo>
                <a:lnTo>
                  <a:pt x="9948771" y="5355598"/>
                </a:lnTo>
                <a:cubicBezTo>
                  <a:pt x="9948458" y="5351201"/>
                  <a:pt x="9946757" y="5347705"/>
                  <a:pt x="9943670" y="5345113"/>
                </a:cubicBezTo>
                <a:cubicBezTo>
                  <a:pt x="9940583" y="5342521"/>
                  <a:pt x="9936451" y="5341225"/>
                  <a:pt x="9931272" y="5341225"/>
                </a:cubicBezTo>
                <a:close/>
                <a:moveTo>
                  <a:pt x="9788041" y="5341225"/>
                </a:moveTo>
                <a:cubicBezTo>
                  <a:pt x="9783855" y="5341225"/>
                  <a:pt x="9780062" y="5342155"/>
                  <a:pt x="9776662" y="5344013"/>
                </a:cubicBezTo>
                <a:cubicBezTo>
                  <a:pt x="9773260" y="5345871"/>
                  <a:pt x="9770580" y="5348503"/>
                  <a:pt x="9768618" y="5351907"/>
                </a:cubicBezTo>
                <a:cubicBezTo>
                  <a:pt x="9766657" y="5355310"/>
                  <a:pt x="9765675" y="5359237"/>
                  <a:pt x="9765675" y="5363687"/>
                </a:cubicBezTo>
                <a:cubicBezTo>
                  <a:pt x="9765675" y="5368138"/>
                  <a:pt x="9766629" y="5372066"/>
                  <a:pt x="9768540" y="5375469"/>
                </a:cubicBezTo>
                <a:cubicBezTo>
                  <a:pt x="9770449" y="5378873"/>
                  <a:pt x="9773079" y="5381504"/>
                  <a:pt x="9776427" y="5383362"/>
                </a:cubicBezTo>
                <a:cubicBezTo>
                  <a:pt x="9779775" y="5385221"/>
                  <a:pt x="9783541" y="5386151"/>
                  <a:pt x="9787727" y="5386151"/>
                </a:cubicBezTo>
                <a:cubicBezTo>
                  <a:pt x="9791965" y="5386151"/>
                  <a:pt x="9795796" y="5385221"/>
                  <a:pt x="9799224" y="5383362"/>
                </a:cubicBezTo>
                <a:cubicBezTo>
                  <a:pt x="9802650" y="5381504"/>
                  <a:pt x="9805371" y="5378873"/>
                  <a:pt x="9807386" y="5375469"/>
                </a:cubicBezTo>
                <a:cubicBezTo>
                  <a:pt x="9809400" y="5372066"/>
                  <a:pt x="9810407" y="5368138"/>
                  <a:pt x="9810407" y="5363687"/>
                </a:cubicBezTo>
                <a:cubicBezTo>
                  <a:pt x="9810407" y="5359237"/>
                  <a:pt x="9809427" y="5355310"/>
                  <a:pt x="9807464" y="5351907"/>
                </a:cubicBezTo>
                <a:cubicBezTo>
                  <a:pt x="9805502" y="5348503"/>
                  <a:pt x="9802821" y="5345871"/>
                  <a:pt x="9799421" y="5344013"/>
                </a:cubicBezTo>
                <a:cubicBezTo>
                  <a:pt x="9796019" y="5342155"/>
                  <a:pt x="9792227" y="5341225"/>
                  <a:pt x="9788041" y="5341225"/>
                </a:cubicBezTo>
                <a:close/>
                <a:moveTo>
                  <a:pt x="9887558" y="5341223"/>
                </a:moveTo>
                <a:cubicBezTo>
                  <a:pt x="9883268" y="5341223"/>
                  <a:pt x="9879476" y="5342139"/>
                  <a:pt x="9876178" y="5343971"/>
                </a:cubicBezTo>
                <a:cubicBezTo>
                  <a:pt x="9872883" y="5345805"/>
                  <a:pt x="9870319" y="5348423"/>
                  <a:pt x="9868487" y="5351826"/>
                </a:cubicBezTo>
                <a:cubicBezTo>
                  <a:pt x="9866657" y="5355231"/>
                  <a:pt x="9865742" y="5359184"/>
                  <a:pt x="9865742" y="5363686"/>
                </a:cubicBezTo>
                <a:cubicBezTo>
                  <a:pt x="9865742" y="5368137"/>
                  <a:pt x="9866670" y="5372064"/>
                  <a:pt x="9868526" y="5375468"/>
                </a:cubicBezTo>
                <a:cubicBezTo>
                  <a:pt x="9870384" y="5378871"/>
                  <a:pt x="9872974" y="5381503"/>
                  <a:pt x="9876296" y="5383360"/>
                </a:cubicBezTo>
                <a:cubicBezTo>
                  <a:pt x="9879618" y="5385220"/>
                  <a:pt x="9883371" y="5386149"/>
                  <a:pt x="9887558" y="5386149"/>
                </a:cubicBezTo>
                <a:cubicBezTo>
                  <a:pt x="9892736" y="5386149"/>
                  <a:pt x="9897104" y="5384802"/>
                  <a:pt x="9900664" y="5382104"/>
                </a:cubicBezTo>
                <a:cubicBezTo>
                  <a:pt x="9904220" y="5379408"/>
                  <a:pt x="9906628" y="5375965"/>
                  <a:pt x="9907882" y="5371776"/>
                </a:cubicBezTo>
                <a:lnTo>
                  <a:pt x="9896033" y="5371776"/>
                </a:lnTo>
                <a:cubicBezTo>
                  <a:pt x="9894306" y="5375284"/>
                  <a:pt x="9891403" y="5377038"/>
                  <a:pt x="9887322" y="5377038"/>
                </a:cubicBezTo>
                <a:cubicBezTo>
                  <a:pt x="9884498" y="5377038"/>
                  <a:pt x="9882116" y="5376148"/>
                  <a:pt x="9880180" y="5374367"/>
                </a:cubicBezTo>
                <a:cubicBezTo>
                  <a:pt x="9878245" y="5372588"/>
                  <a:pt x="9877146" y="5370126"/>
                  <a:pt x="9876885" y="5366984"/>
                </a:cubicBezTo>
                <a:lnTo>
                  <a:pt x="9908668" y="5366984"/>
                </a:lnTo>
                <a:cubicBezTo>
                  <a:pt x="9908877" y="5365727"/>
                  <a:pt x="9908982" y="5364314"/>
                  <a:pt x="9908982" y="5362743"/>
                </a:cubicBezTo>
                <a:cubicBezTo>
                  <a:pt x="9908982" y="5358502"/>
                  <a:pt x="9908079" y="5354745"/>
                  <a:pt x="9906273" y="5351473"/>
                </a:cubicBezTo>
                <a:cubicBezTo>
                  <a:pt x="9904469" y="5348201"/>
                  <a:pt x="9901931" y="5345674"/>
                  <a:pt x="9898663" y="5343894"/>
                </a:cubicBezTo>
                <a:cubicBezTo>
                  <a:pt x="9895392" y="5342114"/>
                  <a:pt x="9891690" y="5341223"/>
                  <a:pt x="9887558" y="5341223"/>
                </a:cubicBezTo>
                <a:close/>
                <a:moveTo>
                  <a:pt x="9975300" y="5341222"/>
                </a:moveTo>
                <a:cubicBezTo>
                  <a:pt x="9971113" y="5341222"/>
                  <a:pt x="9967400" y="5342152"/>
                  <a:pt x="9964156" y="5344010"/>
                </a:cubicBezTo>
                <a:cubicBezTo>
                  <a:pt x="9960911" y="5345869"/>
                  <a:pt x="9958376" y="5348487"/>
                  <a:pt x="9956543" y="5351865"/>
                </a:cubicBezTo>
                <a:cubicBezTo>
                  <a:pt x="9954713" y="5355242"/>
                  <a:pt x="9953797" y="5359183"/>
                  <a:pt x="9953797" y="5363685"/>
                </a:cubicBezTo>
                <a:cubicBezTo>
                  <a:pt x="9953797" y="5368189"/>
                  <a:pt x="9954713" y="5372129"/>
                  <a:pt x="9956543" y="5375506"/>
                </a:cubicBezTo>
                <a:cubicBezTo>
                  <a:pt x="9958376" y="5378883"/>
                  <a:pt x="9960911" y="5381502"/>
                  <a:pt x="9964156" y="5383360"/>
                </a:cubicBezTo>
                <a:cubicBezTo>
                  <a:pt x="9967400" y="5385219"/>
                  <a:pt x="9971113" y="5386148"/>
                  <a:pt x="9975300" y="5386148"/>
                </a:cubicBezTo>
                <a:cubicBezTo>
                  <a:pt x="9980637" y="5386148"/>
                  <a:pt x="9985082" y="5384762"/>
                  <a:pt x="9988641" y="5381986"/>
                </a:cubicBezTo>
                <a:cubicBezTo>
                  <a:pt x="9992197" y="5379211"/>
                  <a:pt x="9994577" y="5375467"/>
                  <a:pt x="9995782" y="5370754"/>
                </a:cubicBezTo>
                <a:lnTo>
                  <a:pt x="9983932" y="5370754"/>
                </a:lnTo>
                <a:cubicBezTo>
                  <a:pt x="9982571" y="5374734"/>
                  <a:pt x="9979667" y="5376724"/>
                  <a:pt x="9975221" y="5376724"/>
                </a:cubicBezTo>
                <a:cubicBezTo>
                  <a:pt x="9972083" y="5376724"/>
                  <a:pt x="9969597" y="5375584"/>
                  <a:pt x="9967766" y="5373306"/>
                </a:cubicBezTo>
                <a:cubicBezTo>
                  <a:pt x="9965933" y="5371028"/>
                  <a:pt x="9965020" y="5367822"/>
                  <a:pt x="9965020" y="5363685"/>
                </a:cubicBezTo>
                <a:cubicBezTo>
                  <a:pt x="9965020" y="5359496"/>
                  <a:pt x="9965933" y="5356263"/>
                  <a:pt x="9967766" y="5353985"/>
                </a:cubicBezTo>
                <a:cubicBezTo>
                  <a:pt x="9969597" y="5351707"/>
                  <a:pt x="9972083" y="5350569"/>
                  <a:pt x="9975221" y="5350569"/>
                </a:cubicBezTo>
                <a:cubicBezTo>
                  <a:pt x="9977419" y="5350569"/>
                  <a:pt x="9979263" y="5351106"/>
                  <a:pt x="9980753" y="5352179"/>
                </a:cubicBezTo>
                <a:cubicBezTo>
                  <a:pt x="9982244" y="5353253"/>
                  <a:pt x="9983304" y="5354731"/>
                  <a:pt x="9983932" y="5356616"/>
                </a:cubicBezTo>
                <a:lnTo>
                  <a:pt x="9995782" y="5356616"/>
                </a:lnTo>
                <a:cubicBezTo>
                  <a:pt x="9994577" y="5351747"/>
                  <a:pt x="9992212" y="5347965"/>
                  <a:pt x="9988681" y="5345267"/>
                </a:cubicBezTo>
                <a:cubicBezTo>
                  <a:pt x="9985149" y="5342571"/>
                  <a:pt x="9980688" y="5341222"/>
                  <a:pt x="9975300" y="5341222"/>
                </a:cubicBezTo>
                <a:close/>
                <a:moveTo>
                  <a:pt x="9833954" y="5341221"/>
                </a:moveTo>
                <a:cubicBezTo>
                  <a:pt x="9830239" y="5341221"/>
                  <a:pt x="9826878" y="5342138"/>
                  <a:pt x="9823870" y="5343969"/>
                </a:cubicBezTo>
                <a:cubicBezTo>
                  <a:pt x="9820862" y="5345803"/>
                  <a:pt x="9818482" y="5348421"/>
                  <a:pt x="9816730" y="5351823"/>
                </a:cubicBezTo>
                <a:cubicBezTo>
                  <a:pt x="9814976" y="5355228"/>
                  <a:pt x="9814100" y="5359128"/>
                  <a:pt x="9814100" y="5363527"/>
                </a:cubicBezTo>
                <a:cubicBezTo>
                  <a:pt x="9814100" y="5367978"/>
                  <a:pt x="9814976" y="5371918"/>
                  <a:pt x="9816730" y="5375347"/>
                </a:cubicBezTo>
                <a:cubicBezTo>
                  <a:pt x="9818482" y="5378777"/>
                  <a:pt x="9820875" y="5381434"/>
                  <a:pt x="9823909" y="5383319"/>
                </a:cubicBezTo>
                <a:cubicBezTo>
                  <a:pt x="9826944" y="5385204"/>
                  <a:pt x="9830293" y="5386147"/>
                  <a:pt x="9833954" y="5386147"/>
                </a:cubicBezTo>
                <a:cubicBezTo>
                  <a:pt x="9837146" y="5386147"/>
                  <a:pt x="9839983" y="5385465"/>
                  <a:pt x="9842470" y="5384104"/>
                </a:cubicBezTo>
                <a:cubicBezTo>
                  <a:pt x="9844953" y="5382743"/>
                  <a:pt x="9846904" y="5381041"/>
                  <a:pt x="9848316" y="5378999"/>
                </a:cubicBezTo>
                <a:lnTo>
                  <a:pt x="9848316" y="5385754"/>
                </a:lnTo>
                <a:cubicBezTo>
                  <a:pt x="9848316" y="5389629"/>
                  <a:pt x="9847322" y="5392521"/>
                  <a:pt x="9845334" y="5394433"/>
                </a:cubicBezTo>
                <a:cubicBezTo>
                  <a:pt x="9843344" y="5396343"/>
                  <a:pt x="9840756" y="5397299"/>
                  <a:pt x="9837564" y="5397299"/>
                </a:cubicBezTo>
                <a:cubicBezTo>
                  <a:pt x="9834843" y="5397299"/>
                  <a:pt x="9832529" y="5396711"/>
                  <a:pt x="9830619" y="5395532"/>
                </a:cubicBezTo>
                <a:cubicBezTo>
                  <a:pt x="9828709" y="5394355"/>
                  <a:pt x="9827467" y="5392770"/>
                  <a:pt x="9826891" y="5390781"/>
                </a:cubicBezTo>
                <a:lnTo>
                  <a:pt x="9815983" y="5390781"/>
                </a:lnTo>
                <a:cubicBezTo>
                  <a:pt x="9816507" y="5395755"/>
                  <a:pt x="9818743" y="5399681"/>
                  <a:pt x="9822693" y="5402562"/>
                </a:cubicBezTo>
                <a:cubicBezTo>
                  <a:pt x="9826643" y="5405441"/>
                  <a:pt x="9831705" y="5406882"/>
                  <a:pt x="9837879" y="5406882"/>
                </a:cubicBezTo>
                <a:cubicBezTo>
                  <a:pt x="9842481" y="5406882"/>
                  <a:pt x="9846405" y="5405951"/>
                  <a:pt x="9849649" y="5404093"/>
                </a:cubicBezTo>
                <a:cubicBezTo>
                  <a:pt x="9852894" y="5402235"/>
                  <a:pt x="9855327" y="5399721"/>
                  <a:pt x="9856948" y="5396553"/>
                </a:cubicBezTo>
                <a:cubicBezTo>
                  <a:pt x="9858569" y="5393385"/>
                  <a:pt x="9859381" y="5389785"/>
                  <a:pt x="9859381" y="5385754"/>
                </a:cubicBezTo>
                <a:lnTo>
                  <a:pt x="9859381" y="5341928"/>
                </a:lnTo>
                <a:lnTo>
                  <a:pt x="9848316" y="5341928"/>
                </a:lnTo>
                <a:lnTo>
                  <a:pt x="9848316" y="5348132"/>
                </a:lnTo>
                <a:cubicBezTo>
                  <a:pt x="9846904" y="5346090"/>
                  <a:pt x="9844967" y="5344429"/>
                  <a:pt x="9842510" y="5343146"/>
                </a:cubicBezTo>
                <a:cubicBezTo>
                  <a:pt x="9840049" y="5341862"/>
                  <a:pt x="9837198" y="5341221"/>
                  <a:pt x="9833954" y="5341221"/>
                </a:cubicBezTo>
                <a:close/>
                <a:moveTo>
                  <a:pt x="10149523" y="5327355"/>
                </a:moveTo>
                <a:lnTo>
                  <a:pt x="10149523" y="5385476"/>
                </a:lnTo>
                <a:lnTo>
                  <a:pt x="10160509" y="5385476"/>
                </a:lnTo>
                <a:lnTo>
                  <a:pt x="10160509" y="5327355"/>
                </a:lnTo>
                <a:close/>
                <a:moveTo>
                  <a:pt x="10002303" y="5327321"/>
                </a:moveTo>
                <a:lnTo>
                  <a:pt x="10002303" y="5385442"/>
                </a:lnTo>
                <a:lnTo>
                  <a:pt x="10013289" y="5385442"/>
                </a:lnTo>
                <a:lnTo>
                  <a:pt x="10013289" y="5361408"/>
                </a:lnTo>
                <a:cubicBezTo>
                  <a:pt x="10013289" y="5357952"/>
                  <a:pt x="10014165" y="5355296"/>
                  <a:pt x="10015918" y="5353436"/>
                </a:cubicBezTo>
                <a:cubicBezTo>
                  <a:pt x="10017672" y="5351578"/>
                  <a:pt x="10020065" y="5350648"/>
                  <a:pt x="10023099" y="5350648"/>
                </a:cubicBezTo>
                <a:cubicBezTo>
                  <a:pt x="10026082" y="5350648"/>
                  <a:pt x="10028435" y="5351578"/>
                  <a:pt x="10030162" y="5353436"/>
                </a:cubicBezTo>
                <a:cubicBezTo>
                  <a:pt x="10031889" y="5355296"/>
                  <a:pt x="10032752" y="5357952"/>
                  <a:pt x="10032752" y="5361408"/>
                </a:cubicBezTo>
                <a:lnTo>
                  <a:pt x="10032752" y="5385442"/>
                </a:lnTo>
                <a:lnTo>
                  <a:pt x="10043738" y="5385442"/>
                </a:lnTo>
                <a:lnTo>
                  <a:pt x="10043738" y="5359915"/>
                </a:lnTo>
                <a:cubicBezTo>
                  <a:pt x="10043738" y="5355989"/>
                  <a:pt x="10043019" y="5352625"/>
                  <a:pt x="10041579" y="5349823"/>
                </a:cubicBezTo>
                <a:cubicBezTo>
                  <a:pt x="10040141" y="5347022"/>
                  <a:pt x="10038140" y="5344902"/>
                  <a:pt x="10035577" y="5343461"/>
                </a:cubicBezTo>
                <a:cubicBezTo>
                  <a:pt x="10033013" y="5342022"/>
                  <a:pt x="10030083" y="5341301"/>
                  <a:pt x="10026788" y="5341301"/>
                </a:cubicBezTo>
                <a:cubicBezTo>
                  <a:pt x="10023910" y="5341301"/>
                  <a:pt x="10021295" y="5341839"/>
                  <a:pt x="10018939" y="5342912"/>
                </a:cubicBezTo>
                <a:cubicBezTo>
                  <a:pt x="10016586" y="5343985"/>
                  <a:pt x="10014703" y="5345464"/>
                  <a:pt x="10013289" y="5347349"/>
                </a:cubicBezTo>
                <a:lnTo>
                  <a:pt x="10013289" y="5327321"/>
                </a:lnTo>
                <a:close/>
                <a:moveTo>
                  <a:pt x="9718115" y="5327321"/>
                </a:moveTo>
                <a:lnTo>
                  <a:pt x="9718115" y="5385442"/>
                </a:lnTo>
                <a:lnTo>
                  <a:pt x="9729101" y="5385442"/>
                </a:lnTo>
                <a:lnTo>
                  <a:pt x="9729101" y="5361408"/>
                </a:lnTo>
                <a:cubicBezTo>
                  <a:pt x="9729101" y="5357952"/>
                  <a:pt x="9729976" y="5355296"/>
                  <a:pt x="9731730" y="5353436"/>
                </a:cubicBezTo>
                <a:cubicBezTo>
                  <a:pt x="9733482" y="5351578"/>
                  <a:pt x="9735876" y="5350648"/>
                  <a:pt x="9738910" y="5350648"/>
                </a:cubicBezTo>
                <a:cubicBezTo>
                  <a:pt x="9741893" y="5350648"/>
                  <a:pt x="9744247" y="5351578"/>
                  <a:pt x="9745973" y="5353436"/>
                </a:cubicBezTo>
                <a:cubicBezTo>
                  <a:pt x="9747700" y="5355296"/>
                  <a:pt x="9748563" y="5357952"/>
                  <a:pt x="9748563" y="5361408"/>
                </a:cubicBezTo>
                <a:lnTo>
                  <a:pt x="9748563" y="5385442"/>
                </a:lnTo>
                <a:lnTo>
                  <a:pt x="9759549" y="5385442"/>
                </a:lnTo>
                <a:lnTo>
                  <a:pt x="9759549" y="5359915"/>
                </a:lnTo>
                <a:cubicBezTo>
                  <a:pt x="9759549" y="5355989"/>
                  <a:pt x="9758830" y="5352625"/>
                  <a:pt x="9757391" y="5349823"/>
                </a:cubicBezTo>
                <a:cubicBezTo>
                  <a:pt x="9755951" y="5347022"/>
                  <a:pt x="9753950" y="5344902"/>
                  <a:pt x="9751388" y="5343461"/>
                </a:cubicBezTo>
                <a:cubicBezTo>
                  <a:pt x="9748824" y="5342022"/>
                  <a:pt x="9745894" y="5341301"/>
                  <a:pt x="9742598" y="5341301"/>
                </a:cubicBezTo>
                <a:cubicBezTo>
                  <a:pt x="9739721" y="5341301"/>
                  <a:pt x="9737105" y="5341839"/>
                  <a:pt x="9734751" y="5342912"/>
                </a:cubicBezTo>
                <a:cubicBezTo>
                  <a:pt x="9732397" y="5343985"/>
                  <a:pt x="9730513" y="5345464"/>
                  <a:pt x="9729101" y="5347349"/>
                </a:cubicBezTo>
                <a:lnTo>
                  <a:pt x="9729101" y="5327321"/>
                </a:lnTo>
                <a:close/>
                <a:moveTo>
                  <a:pt x="9491122" y="5318481"/>
                </a:moveTo>
                <a:cubicBezTo>
                  <a:pt x="9491122" y="5367849"/>
                  <a:pt x="9531109" y="5407870"/>
                  <a:pt x="9580436" y="5407870"/>
                </a:cubicBezTo>
                <a:cubicBezTo>
                  <a:pt x="9629763" y="5407870"/>
                  <a:pt x="9669751" y="5367849"/>
                  <a:pt x="9669751" y="5318481"/>
                </a:cubicBezTo>
                <a:lnTo>
                  <a:pt x="9626337" y="5318481"/>
                </a:lnTo>
                <a:cubicBezTo>
                  <a:pt x="9626337" y="5343853"/>
                  <a:pt x="9605786" y="5364420"/>
                  <a:pt x="9580436" y="5364420"/>
                </a:cubicBezTo>
                <a:cubicBezTo>
                  <a:pt x="9555085" y="5364420"/>
                  <a:pt x="9534535" y="5343853"/>
                  <a:pt x="9534535" y="5318481"/>
                </a:cubicBezTo>
                <a:close/>
                <a:moveTo>
                  <a:pt x="10375349" y="3087492"/>
                </a:moveTo>
                <a:lnTo>
                  <a:pt x="10160510" y="3302331"/>
                </a:lnTo>
                <a:lnTo>
                  <a:pt x="10160510" y="3309951"/>
                </a:lnTo>
                <a:lnTo>
                  <a:pt x="10379159" y="3091302"/>
                </a:lnTo>
                <a:close/>
                <a:moveTo>
                  <a:pt x="10337249" y="3087492"/>
                </a:moveTo>
                <a:lnTo>
                  <a:pt x="10160510" y="3264231"/>
                </a:lnTo>
                <a:lnTo>
                  <a:pt x="10160510" y="3271851"/>
                </a:lnTo>
                <a:lnTo>
                  <a:pt x="10341059" y="3091302"/>
                </a:lnTo>
                <a:close/>
                <a:moveTo>
                  <a:pt x="10299149" y="3087492"/>
                </a:moveTo>
                <a:lnTo>
                  <a:pt x="10160510" y="3226131"/>
                </a:lnTo>
                <a:lnTo>
                  <a:pt x="10160510" y="3233751"/>
                </a:lnTo>
                <a:lnTo>
                  <a:pt x="10302959" y="3091302"/>
                </a:lnTo>
                <a:close/>
                <a:moveTo>
                  <a:pt x="10261049" y="3087492"/>
                </a:moveTo>
                <a:lnTo>
                  <a:pt x="10160510" y="3188031"/>
                </a:lnTo>
                <a:lnTo>
                  <a:pt x="10160510" y="3195651"/>
                </a:lnTo>
                <a:lnTo>
                  <a:pt x="10264859" y="3091302"/>
                </a:lnTo>
                <a:close/>
                <a:moveTo>
                  <a:pt x="10222949" y="3087492"/>
                </a:moveTo>
                <a:lnTo>
                  <a:pt x="10160510" y="3149931"/>
                </a:lnTo>
                <a:lnTo>
                  <a:pt x="10160510" y="3157551"/>
                </a:lnTo>
                <a:lnTo>
                  <a:pt x="10226759" y="3091302"/>
                </a:lnTo>
                <a:close/>
                <a:moveTo>
                  <a:pt x="10184849" y="3087492"/>
                </a:moveTo>
                <a:lnTo>
                  <a:pt x="10160510" y="3111831"/>
                </a:lnTo>
                <a:lnTo>
                  <a:pt x="10160510" y="3119451"/>
                </a:lnTo>
                <a:lnTo>
                  <a:pt x="10188659" y="3091302"/>
                </a:lnTo>
                <a:close/>
                <a:moveTo>
                  <a:pt x="0" y="0"/>
                </a:moveTo>
                <a:lnTo>
                  <a:pt x="10405929" y="0"/>
                </a:lnTo>
                <a:lnTo>
                  <a:pt x="10405929" y="3095012"/>
                </a:lnTo>
                <a:lnTo>
                  <a:pt x="10160510" y="3340431"/>
                </a:lnTo>
                <a:lnTo>
                  <a:pt x="10160510" y="3348051"/>
                </a:lnTo>
                <a:lnTo>
                  <a:pt x="10405929" y="3102632"/>
                </a:lnTo>
                <a:lnTo>
                  <a:pt x="10405929" y="3133112"/>
                </a:lnTo>
                <a:lnTo>
                  <a:pt x="10160510" y="3378531"/>
                </a:lnTo>
                <a:lnTo>
                  <a:pt x="10160510" y="3386151"/>
                </a:lnTo>
                <a:lnTo>
                  <a:pt x="10405929" y="3140732"/>
                </a:lnTo>
                <a:lnTo>
                  <a:pt x="10405929" y="3171212"/>
                </a:lnTo>
                <a:lnTo>
                  <a:pt x="10160510" y="3416631"/>
                </a:lnTo>
                <a:lnTo>
                  <a:pt x="10160510" y="3424252"/>
                </a:lnTo>
                <a:lnTo>
                  <a:pt x="10405929" y="3178833"/>
                </a:lnTo>
                <a:lnTo>
                  <a:pt x="10405929" y="3209313"/>
                </a:lnTo>
                <a:lnTo>
                  <a:pt x="10160510" y="3454732"/>
                </a:lnTo>
                <a:lnTo>
                  <a:pt x="10160510" y="3462351"/>
                </a:lnTo>
                <a:lnTo>
                  <a:pt x="10405929" y="3216932"/>
                </a:lnTo>
                <a:lnTo>
                  <a:pt x="10405929" y="3247413"/>
                </a:lnTo>
                <a:lnTo>
                  <a:pt x="10160510" y="3492832"/>
                </a:lnTo>
                <a:lnTo>
                  <a:pt x="10160510" y="3500451"/>
                </a:lnTo>
                <a:lnTo>
                  <a:pt x="10405929" y="3255032"/>
                </a:lnTo>
                <a:lnTo>
                  <a:pt x="10405929" y="3285512"/>
                </a:lnTo>
                <a:lnTo>
                  <a:pt x="10160510" y="3530931"/>
                </a:lnTo>
                <a:lnTo>
                  <a:pt x="10160510" y="3538551"/>
                </a:lnTo>
                <a:lnTo>
                  <a:pt x="10405929" y="3293132"/>
                </a:lnTo>
                <a:lnTo>
                  <a:pt x="10405929" y="3323612"/>
                </a:lnTo>
                <a:lnTo>
                  <a:pt x="10160510" y="3569031"/>
                </a:lnTo>
                <a:lnTo>
                  <a:pt x="10160510" y="3576651"/>
                </a:lnTo>
                <a:lnTo>
                  <a:pt x="10405929" y="3331232"/>
                </a:lnTo>
                <a:lnTo>
                  <a:pt x="10405929" y="3361712"/>
                </a:lnTo>
                <a:lnTo>
                  <a:pt x="10160510" y="3607131"/>
                </a:lnTo>
                <a:lnTo>
                  <a:pt x="10160510" y="3614752"/>
                </a:lnTo>
                <a:lnTo>
                  <a:pt x="10405929" y="3369333"/>
                </a:lnTo>
                <a:lnTo>
                  <a:pt x="10405929" y="3399812"/>
                </a:lnTo>
                <a:lnTo>
                  <a:pt x="10160510" y="3645231"/>
                </a:lnTo>
                <a:lnTo>
                  <a:pt x="10160510" y="3652852"/>
                </a:lnTo>
                <a:lnTo>
                  <a:pt x="10405929" y="3407433"/>
                </a:lnTo>
                <a:lnTo>
                  <a:pt x="10405929" y="3437913"/>
                </a:lnTo>
                <a:lnTo>
                  <a:pt x="10160510" y="3683332"/>
                </a:lnTo>
                <a:lnTo>
                  <a:pt x="10160510" y="3690951"/>
                </a:lnTo>
                <a:lnTo>
                  <a:pt x="10405929" y="3445532"/>
                </a:lnTo>
                <a:lnTo>
                  <a:pt x="10405929" y="3476013"/>
                </a:lnTo>
                <a:lnTo>
                  <a:pt x="10160510" y="3721432"/>
                </a:lnTo>
                <a:lnTo>
                  <a:pt x="10160510" y="3729051"/>
                </a:lnTo>
                <a:lnTo>
                  <a:pt x="10405929" y="3483632"/>
                </a:lnTo>
                <a:lnTo>
                  <a:pt x="10405929" y="3514112"/>
                </a:lnTo>
                <a:lnTo>
                  <a:pt x="10160510" y="3759531"/>
                </a:lnTo>
                <a:lnTo>
                  <a:pt x="10160510" y="3767151"/>
                </a:lnTo>
                <a:lnTo>
                  <a:pt x="10405929" y="3521732"/>
                </a:lnTo>
                <a:lnTo>
                  <a:pt x="10405929" y="3552212"/>
                </a:lnTo>
                <a:lnTo>
                  <a:pt x="10160510" y="3797631"/>
                </a:lnTo>
                <a:lnTo>
                  <a:pt x="10160510" y="3805251"/>
                </a:lnTo>
                <a:lnTo>
                  <a:pt x="10405929" y="3559832"/>
                </a:lnTo>
                <a:lnTo>
                  <a:pt x="10405929" y="3590312"/>
                </a:lnTo>
                <a:lnTo>
                  <a:pt x="10160510" y="3835731"/>
                </a:lnTo>
                <a:lnTo>
                  <a:pt x="10160510" y="3843351"/>
                </a:lnTo>
                <a:lnTo>
                  <a:pt x="10405929" y="3597932"/>
                </a:lnTo>
                <a:lnTo>
                  <a:pt x="10405929" y="3628412"/>
                </a:lnTo>
                <a:lnTo>
                  <a:pt x="10160510" y="3873831"/>
                </a:lnTo>
                <a:lnTo>
                  <a:pt x="10160510" y="3881452"/>
                </a:lnTo>
                <a:lnTo>
                  <a:pt x="10405929" y="3636033"/>
                </a:lnTo>
                <a:lnTo>
                  <a:pt x="10405929" y="3666512"/>
                </a:lnTo>
                <a:lnTo>
                  <a:pt x="10160510" y="3911931"/>
                </a:lnTo>
                <a:lnTo>
                  <a:pt x="10160510" y="3919551"/>
                </a:lnTo>
                <a:lnTo>
                  <a:pt x="10405929" y="3674132"/>
                </a:lnTo>
                <a:lnTo>
                  <a:pt x="10405929" y="3704613"/>
                </a:lnTo>
                <a:lnTo>
                  <a:pt x="10160510" y="3950032"/>
                </a:lnTo>
                <a:lnTo>
                  <a:pt x="10160510" y="3957651"/>
                </a:lnTo>
                <a:lnTo>
                  <a:pt x="10405929" y="3712232"/>
                </a:lnTo>
                <a:lnTo>
                  <a:pt x="10405929" y="3742712"/>
                </a:lnTo>
                <a:lnTo>
                  <a:pt x="10160510" y="3988131"/>
                </a:lnTo>
                <a:lnTo>
                  <a:pt x="10160510" y="3995751"/>
                </a:lnTo>
                <a:lnTo>
                  <a:pt x="10405929" y="3750332"/>
                </a:lnTo>
                <a:lnTo>
                  <a:pt x="10405929" y="3780812"/>
                </a:lnTo>
                <a:lnTo>
                  <a:pt x="10160510" y="4026231"/>
                </a:lnTo>
                <a:lnTo>
                  <a:pt x="10160510" y="4033851"/>
                </a:lnTo>
                <a:lnTo>
                  <a:pt x="10405929" y="3788432"/>
                </a:lnTo>
                <a:lnTo>
                  <a:pt x="10405929" y="3818912"/>
                </a:lnTo>
                <a:lnTo>
                  <a:pt x="10160510" y="4064331"/>
                </a:lnTo>
                <a:lnTo>
                  <a:pt x="10160510" y="4071951"/>
                </a:lnTo>
                <a:lnTo>
                  <a:pt x="10405929" y="3826532"/>
                </a:lnTo>
                <a:lnTo>
                  <a:pt x="10405929" y="3857012"/>
                </a:lnTo>
                <a:lnTo>
                  <a:pt x="10160510" y="4102431"/>
                </a:lnTo>
                <a:lnTo>
                  <a:pt x="10160510" y="4110052"/>
                </a:lnTo>
                <a:lnTo>
                  <a:pt x="10405929" y="3864633"/>
                </a:lnTo>
                <a:lnTo>
                  <a:pt x="10405929" y="3895112"/>
                </a:lnTo>
                <a:lnTo>
                  <a:pt x="10160510" y="4140531"/>
                </a:lnTo>
                <a:lnTo>
                  <a:pt x="10160510" y="4148152"/>
                </a:lnTo>
                <a:lnTo>
                  <a:pt x="10405929" y="3902733"/>
                </a:lnTo>
                <a:lnTo>
                  <a:pt x="10405929" y="3933213"/>
                </a:lnTo>
                <a:lnTo>
                  <a:pt x="10160510" y="4178632"/>
                </a:lnTo>
                <a:lnTo>
                  <a:pt x="10160510" y="4186251"/>
                </a:lnTo>
                <a:lnTo>
                  <a:pt x="10405929" y="3940832"/>
                </a:lnTo>
                <a:lnTo>
                  <a:pt x="10405929" y="3971313"/>
                </a:lnTo>
                <a:lnTo>
                  <a:pt x="10160510" y="4216732"/>
                </a:lnTo>
                <a:lnTo>
                  <a:pt x="10160510" y="4224351"/>
                </a:lnTo>
                <a:lnTo>
                  <a:pt x="10405929" y="3978932"/>
                </a:lnTo>
                <a:lnTo>
                  <a:pt x="10405929" y="4009412"/>
                </a:lnTo>
                <a:lnTo>
                  <a:pt x="10160510" y="4254831"/>
                </a:lnTo>
                <a:lnTo>
                  <a:pt x="10160510" y="4262451"/>
                </a:lnTo>
                <a:lnTo>
                  <a:pt x="10405929" y="4017032"/>
                </a:lnTo>
                <a:lnTo>
                  <a:pt x="10405929" y="4047512"/>
                </a:lnTo>
                <a:lnTo>
                  <a:pt x="10160510" y="4292931"/>
                </a:lnTo>
                <a:lnTo>
                  <a:pt x="10160510" y="4300551"/>
                </a:lnTo>
                <a:lnTo>
                  <a:pt x="10405929" y="4055132"/>
                </a:lnTo>
                <a:lnTo>
                  <a:pt x="10405929" y="4085612"/>
                </a:lnTo>
                <a:lnTo>
                  <a:pt x="10160510" y="4331031"/>
                </a:lnTo>
                <a:lnTo>
                  <a:pt x="10160510" y="4338652"/>
                </a:lnTo>
                <a:lnTo>
                  <a:pt x="10405929" y="4093233"/>
                </a:lnTo>
                <a:lnTo>
                  <a:pt x="10405929" y="4123712"/>
                </a:lnTo>
                <a:lnTo>
                  <a:pt x="10160510" y="4369131"/>
                </a:lnTo>
                <a:lnTo>
                  <a:pt x="10160510" y="4376752"/>
                </a:lnTo>
                <a:lnTo>
                  <a:pt x="10405929" y="4131333"/>
                </a:lnTo>
                <a:lnTo>
                  <a:pt x="10405929" y="4161813"/>
                </a:lnTo>
                <a:lnTo>
                  <a:pt x="10160510" y="4407232"/>
                </a:lnTo>
                <a:lnTo>
                  <a:pt x="10160510" y="4414851"/>
                </a:lnTo>
                <a:lnTo>
                  <a:pt x="10405929" y="4169432"/>
                </a:lnTo>
                <a:lnTo>
                  <a:pt x="10405929" y="4199913"/>
                </a:lnTo>
                <a:lnTo>
                  <a:pt x="10160510" y="4445332"/>
                </a:lnTo>
                <a:lnTo>
                  <a:pt x="10160510" y="4452951"/>
                </a:lnTo>
                <a:lnTo>
                  <a:pt x="10405929" y="4207532"/>
                </a:lnTo>
                <a:lnTo>
                  <a:pt x="10405929" y="4238012"/>
                </a:lnTo>
                <a:lnTo>
                  <a:pt x="10160510" y="4483431"/>
                </a:lnTo>
                <a:lnTo>
                  <a:pt x="10160510" y="4491051"/>
                </a:lnTo>
                <a:lnTo>
                  <a:pt x="10405929" y="4245632"/>
                </a:lnTo>
                <a:lnTo>
                  <a:pt x="10405929" y="4276112"/>
                </a:lnTo>
                <a:lnTo>
                  <a:pt x="10160510" y="4521531"/>
                </a:lnTo>
                <a:lnTo>
                  <a:pt x="10160510" y="4529151"/>
                </a:lnTo>
                <a:lnTo>
                  <a:pt x="10405929" y="4283732"/>
                </a:lnTo>
                <a:lnTo>
                  <a:pt x="10405929" y="4314212"/>
                </a:lnTo>
                <a:lnTo>
                  <a:pt x="10160510" y="4559631"/>
                </a:lnTo>
                <a:lnTo>
                  <a:pt x="10160510" y="4567251"/>
                </a:lnTo>
                <a:lnTo>
                  <a:pt x="10405929" y="4321832"/>
                </a:lnTo>
                <a:lnTo>
                  <a:pt x="10405929" y="4352312"/>
                </a:lnTo>
                <a:lnTo>
                  <a:pt x="10160510" y="4597731"/>
                </a:lnTo>
                <a:lnTo>
                  <a:pt x="10160510" y="4605352"/>
                </a:lnTo>
                <a:lnTo>
                  <a:pt x="10405929" y="4359933"/>
                </a:lnTo>
                <a:lnTo>
                  <a:pt x="10405929" y="4390412"/>
                </a:lnTo>
                <a:lnTo>
                  <a:pt x="10160510" y="4635831"/>
                </a:lnTo>
                <a:lnTo>
                  <a:pt x="10160510" y="4643451"/>
                </a:lnTo>
                <a:lnTo>
                  <a:pt x="10405929" y="4398032"/>
                </a:lnTo>
                <a:lnTo>
                  <a:pt x="10405929" y="4428513"/>
                </a:lnTo>
                <a:lnTo>
                  <a:pt x="10160510" y="4673932"/>
                </a:lnTo>
                <a:lnTo>
                  <a:pt x="10160510" y="4681551"/>
                </a:lnTo>
                <a:lnTo>
                  <a:pt x="10405929" y="4436132"/>
                </a:lnTo>
                <a:lnTo>
                  <a:pt x="10405929" y="4466612"/>
                </a:lnTo>
                <a:lnTo>
                  <a:pt x="10160510" y="4712031"/>
                </a:lnTo>
                <a:lnTo>
                  <a:pt x="10160510" y="4719651"/>
                </a:lnTo>
                <a:lnTo>
                  <a:pt x="10405929" y="4474232"/>
                </a:lnTo>
                <a:lnTo>
                  <a:pt x="10405929" y="4504712"/>
                </a:lnTo>
                <a:lnTo>
                  <a:pt x="10160510" y="4750131"/>
                </a:lnTo>
                <a:lnTo>
                  <a:pt x="10160510" y="4757751"/>
                </a:lnTo>
                <a:lnTo>
                  <a:pt x="10405929" y="4512332"/>
                </a:lnTo>
                <a:lnTo>
                  <a:pt x="10405929" y="4543765"/>
                </a:lnTo>
                <a:lnTo>
                  <a:pt x="10160510" y="4789184"/>
                </a:lnTo>
                <a:lnTo>
                  <a:pt x="10160510" y="4796804"/>
                </a:lnTo>
                <a:lnTo>
                  <a:pt x="10405929" y="4551385"/>
                </a:lnTo>
                <a:lnTo>
                  <a:pt x="10405929" y="4581864"/>
                </a:lnTo>
                <a:lnTo>
                  <a:pt x="10160510" y="4827283"/>
                </a:lnTo>
                <a:lnTo>
                  <a:pt x="10160510" y="4834903"/>
                </a:lnTo>
                <a:lnTo>
                  <a:pt x="10405929" y="4589484"/>
                </a:lnTo>
                <a:lnTo>
                  <a:pt x="10405929" y="4619965"/>
                </a:lnTo>
                <a:lnTo>
                  <a:pt x="10160510" y="4865384"/>
                </a:lnTo>
                <a:lnTo>
                  <a:pt x="10160510" y="4873003"/>
                </a:lnTo>
                <a:lnTo>
                  <a:pt x="10405929" y="4627584"/>
                </a:lnTo>
                <a:lnTo>
                  <a:pt x="10405929" y="4658064"/>
                </a:lnTo>
                <a:lnTo>
                  <a:pt x="10160510" y="4903483"/>
                </a:lnTo>
                <a:lnTo>
                  <a:pt x="10160510" y="4911103"/>
                </a:lnTo>
                <a:lnTo>
                  <a:pt x="10405929" y="4665684"/>
                </a:lnTo>
                <a:lnTo>
                  <a:pt x="10405929" y="4696164"/>
                </a:lnTo>
                <a:lnTo>
                  <a:pt x="10160510" y="4941583"/>
                </a:lnTo>
                <a:lnTo>
                  <a:pt x="10160510" y="4949203"/>
                </a:lnTo>
                <a:lnTo>
                  <a:pt x="10405929" y="4703784"/>
                </a:lnTo>
                <a:lnTo>
                  <a:pt x="10405929" y="4734264"/>
                </a:lnTo>
                <a:lnTo>
                  <a:pt x="10160510" y="4979683"/>
                </a:lnTo>
                <a:lnTo>
                  <a:pt x="10160510" y="4987303"/>
                </a:lnTo>
                <a:lnTo>
                  <a:pt x="10405929" y="4741884"/>
                </a:lnTo>
                <a:lnTo>
                  <a:pt x="10405929" y="4772364"/>
                </a:lnTo>
                <a:lnTo>
                  <a:pt x="10160510" y="5017783"/>
                </a:lnTo>
                <a:lnTo>
                  <a:pt x="10160510" y="5025404"/>
                </a:lnTo>
                <a:lnTo>
                  <a:pt x="10405929" y="4779985"/>
                </a:lnTo>
                <a:lnTo>
                  <a:pt x="10405929" y="4810464"/>
                </a:lnTo>
                <a:lnTo>
                  <a:pt x="10160510" y="5055883"/>
                </a:lnTo>
                <a:lnTo>
                  <a:pt x="10160510" y="5063504"/>
                </a:lnTo>
                <a:lnTo>
                  <a:pt x="10405929" y="4818085"/>
                </a:lnTo>
                <a:lnTo>
                  <a:pt x="10405929" y="4848565"/>
                </a:lnTo>
                <a:lnTo>
                  <a:pt x="10184247" y="5070247"/>
                </a:lnTo>
                <a:lnTo>
                  <a:pt x="10191866" y="5070247"/>
                </a:lnTo>
                <a:lnTo>
                  <a:pt x="10405929" y="4856184"/>
                </a:lnTo>
                <a:lnTo>
                  <a:pt x="10405929" y="4886665"/>
                </a:lnTo>
                <a:lnTo>
                  <a:pt x="10222347" y="5070247"/>
                </a:lnTo>
                <a:lnTo>
                  <a:pt x="10229966" y="5070247"/>
                </a:lnTo>
                <a:lnTo>
                  <a:pt x="10405929" y="4894284"/>
                </a:lnTo>
                <a:lnTo>
                  <a:pt x="10405929" y="4924764"/>
                </a:lnTo>
                <a:lnTo>
                  <a:pt x="10260446" y="5070247"/>
                </a:lnTo>
                <a:lnTo>
                  <a:pt x="10268066" y="5070247"/>
                </a:lnTo>
                <a:lnTo>
                  <a:pt x="10405929" y="4932384"/>
                </a:lnTo>
                <a:lnTo>
                  <a:pt x="10405929" y="4962864"/>
                </a:lnTo>
                <a:lnTo>
                  <a:pt x="10298546" y="5070247"/>
                </a:lnTo>
                <a:lnTo>
                  <a:pt x="10306166" y="5070247"/>
                </a:lnTo>
                <a:lnTo>
                  <a:pt x="10405929" y="4970484"/>
                </a:lnTo>
                <a:lnTo>
                  <a:pt x="10405929" y="5000964"/>
                </a:lnTo>
                <a:lnTo>
                  <a:pt x="10336646" y="5070247"/>
                </a:lnTo>
                <a:lnTo>
                  <a:pt x="10344267" y="5070247"/>
                </a:lnTo>
                <a:lnTo>
                  <a:pt x="10405929" y="5008585"/>
                </a:lnTo>
                <a:lnTo>
                  <a:pt x="10405929" y="5039064"/>
                </a:lnTo>
                <a:lnTo>
                  <a:pt x="10374746" y="5070247"/>
                </a:lnTo>
                <a:lnTo>
                  <a:pt x="10382367" y="5070247"/>
                </a:lnTo>
                <a:lnTo>
                  <a:pt x="10405929" y="5046685"/>
                </a:lnTo>
                <a:lnTo>
                  <a:pt x="10405929" y="5863508"/>
                </a:lnTo>
                <a:lnTo>
                  <a:pt x="5096422" y="5863508"/>
                </a:lnTo>
                <a:lnTo>
                  <a:pt x="5096422" y="5863507"/>
                </a:lnTo>
                <a:lnTo>
                  <a:pt x="0" y="5863507"/>
                </a:lnTo>
                <a:close/>
              </a:path>
            </a:pathLst>
          </a:custGeom>
          <a:solidFill>
            <a:schemeClr val="bg2">
              <a:lumMod val="60000"/>
              <a:lumOff val="40000"/>
            </a:schemeClr>
          </a:solidFill>
        </p:spPr>
        <p:txBody>
          <a:bodyPr wrap="square">
            <a:noAutofit/>
          </a:bodyPr>
          <a:lstStyle/>
          <a:p>
            <a:r>
              <a:rPr lang="en-US"/>
              <a:t>Click icon to add picture</a:t>
            </a:r>
            <a:endParaRPr lang="en-GB"/>
          </a:p>
        </p:txBody>
      </p:sp>
    </p:spTree>
    <p:extLst>
      <p:ext uri="{BB962C8B-B14F-4D97-AF65-F5344CB8AC3E}">
        <p14:creationId xmlns:p14="http://schemas.microsoft.com/office/powerpoint/2010/main" val="15433745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Tijdelijke aanduiding voor media 2">
            <a:extLst>
              <a:ext uri="{FF2B5EF4-FFF2-40B4-BE49-F238E27FC236}">
                <a16:creationId xmlns:a16="http://schemas.microsoft.com/office/drawing/2014/main" id="{3F642CE7-CBAE-F24D-BC9F-611BEB05A815}"/>
              </a:ext>
            </a:extLst>
          </p:cNvPr>
          <p:cNvSpPr>
            <a:spLocks noGrp="1"/>
          </p:cNvSpPr>
          <p:nvPr>
            <p:ph type="media" sz="quarter" idx="10" hasCustomPrompt="1"/>
          </p:nvPr>
        </p:nvSpPr>
        <p:spPr>
          <a:xfrm>
            <a:off x="0" y="0"/>
            <a:ext cx="12192000" cy="6858000"/>
          </a:xfrm>
          <a:solidFill>
            <a:schemeClr val="bg2">
              <a:lumMod val="60000"/>
              <a:lumOff val="40000"/>
            </a:schemeClr>
          </a:solidFill>
        </p:spPr>
        <p:txBody>
          <a:bodyPr/>
          <a:lstStyle/>
          <a:p>
            <a:r>
              <a:rPr lang="en-GB"/>
              <a:t> </a:t>
            </a:r>
          </a:p>
        </p:txBody>
      </p:sp>
    </p:spTree>
    <p:extLst>
      <p:ext uri="{BB962C8B-B14F-4D97-AF65-F5344CB8AC3E}">
        <p14:creationId xmlns:p14="http://schemas.microsoft.com/office/powerpoint/2010/main" val="718261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213" r="24732" b="7787"/>
          <a:stretch/>
        </p:blipFill>
        <p:spPr>
          <a:xfrm>
            <a:off x="0" y="3617553"/>
            <a:ext cx="6882493" cy="3240447"/>
          </a:xfrm>
          <a:prstGeom prst="rect">
            <a:avLst/>
          </a:prstGeom>
        </p:spPr>
      </p:pic>
      <p:sp>
        <p:nvSpPr>
          <p:cNvPr id="79" name="Tijdelijke aanduiding voor afbeelding 78">
            <a:extLst>
              <a:ext uri="{FF2B5EF4-FFF2-40B4-BE49-F238E27FC236}">
                <a16:creationId xmlns:a16="http://schemas.microsoft.com/office/drawing/2014/main" id="{A7034F20-1711-2747-BA7F-2E63423FA24C}"/>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r>
              <a:rPr lang="en-US"/>
              <a:t>Click icon to add picture</a:t>
            </a:r>
            <a:endParaRPr lang="en-GB"/>
          </a:p>
        </p:txBody>
      </p:sp>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063535" y="2342513"/>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463241" y="2659010"/>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063535" y="2824144"/>
            <a:ext cx="4550748"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2063535" y="5222110"/>
            <a:ext cx="2606117"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2063535" y="5703741"/>
            <a:ext cx="1817440"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spTree>
    <p:extLst>
      <p:ext uri="{BB962C8B-B14F-4D97-AF65-F5344CB8AC3E}">
        <p14:creationId xmlns:p14="http://schemas.microsoft.com/office/powerpoint/2010/main" val="3693826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orizont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80" name="Tijdelijke aanduiding voor afbeelding 79">
            <a:extLst>
              <a:ext uri="{FF2B5EF4-FFF2-40B4-BE49-F238E27FC236}">
                <a16:creationId xmlns:a16="http://schemas.microsoft.com/office/drawing/2014/main" id="{44A6F8B2-79EA-F749-BC5C-06593B26ED3E}"/>
              </a:ext>
            </a:extLst>
          </p:cNvPr>
          <p:cNvSpPr>
            <a:spLocks noGrp="1"/>
          </p:cNvSpPr>
          <p:nvPr>
            <p:ph type="pic" sz="quarter" idx="14"/>
          </p:nvPr>
        </p:nvSpPr>
        <p:spPr>
          <a:xfrm>
            <a:off x="2590799" y="2663106"/>
            <a:ext cx="9601200" cy="4194894"/>
          </a:xfrm>
          <a:custGeom>
            <a:avLst/>
            <a:gdLst>
              <a:gd name="connsiteX0" fmla="*/ 9102323 w 9601200"/>
              <a:gd name="connsiteY0" fmla="*/ 3803532 h 4194894"/>
              <a:gd name="connsiteX1" fmla="*/ 9126300 w 9601200"/>
              <a:gd name="connsiteY1" fmla="*/ 3811738 h 4194894"/>
              <a:gd name="connsiteX2" fmla="*/ 9135893 w 9601200"/>
              <a:gd name="connsiteY2" fmla="*/ 3833831 h 4194894"/>
              <a:gd name="connsiteX3" fmla="*/ 9067475 w 9601200"/>
              <a:gd name="connsiteY3" fmla="*/ 3833831 h 4194894"/>
              <a:gd name="connsiteX4" fmla="*/ 9079144 w 9601200"/>
              <a:gd name="connsiteY4" fmla="*/ 3811421 h 4194894"/>
              <a:gd name="connsiteX5" fmla="*/ 9102323 w 9601200"/>
              <a:gd name="connsiteY5" fmla="*/ 3803532 h 4194894"/>
              <a:gd name="connsiteX6" fmla="*/ 8748335 w 9601200"/>
              <a:gd name="connsiteY6" fmla="*/ 3762835 h 4194894"/>
              <a:gd name="connsiteX7" fmla="*/ 8748335 w 9601200"/>
              <a:gd name="connsiteY7" fmla="*/ 3938951 h 4194894"/>
              <a:gd name="connsiteX8" fmla="*/ 8803005 w 9601200"/>
              <a:gd name="connsiteY8" fmla="*/ 3938951 h 4194894"/>
              <a:gd name="connsiteX9" fmla="*/ 8803005 w 9601200"/>
              <a:gd name="connsiteY9" fmla="*/ 3762835 h 4194894"/>
              <a:gd name="connsiteX10" fmla="*/ 8816158 w 9601200"/>
              <a:gd name="connsiteY10" fmla="*/ 3762821 h 4194894"/>
              <a:gd name="connsiteX11" fmla="*/ 8879461 w 9601200"/>
              <a:gd name="connsiteY11" fmla="*/ 3938937 h 4194894"/>
              <a:gd name="connsiteX12" fmla="*/ 8946919 w 9601200"/>
              <a:gd name="connsiteY12" fmla="*/ 3938937 h 4194894"/>
              <a:gd name="connsiteX13" fmla="*/ 9010222 w 9601200"/>
              <a:gd name="connsiteY13" fmla="*/ 3762821 h 4194894"/>
              <a:gd name="connsiteX14" fmla="*/ 8952035 w 9601200"/>
              <a:gd name="connsiteY14" fmla="*/ 3762821 h 4194894"/>
              <a:gd name="connsiteX15" fmla="*/ 8913350 w 9601200"/>
              <a:gd name="connsiteY15" fmla="*/ 3888438 h 4194894"/>
              <a:gd name="connsiteX16" fmla="*/ 8874665 w 9601200"/>
              <a:gd name="connsiteY16" fmla="*/ 3762821 h 4194894"/>
              <a:gd name="connsiteX17" fmla="*/ 8540867 w 9601200"/>
              <a:gd name="connsiteY17" fmla="*/ 3762808 h 4194894"/>
              <a:gd name="connsiteX18" fmla="*/ 8604171 w 9601200"/>
              <a:gd name="connsiteY18" fmla="*/ 3938922 h 4194894"/>
              <a:gd name="connsiteX19" fmla="*/ 8671629 w 9601200"/>
              <a:gd name="connsiteY19" fmla="*/ 3938923 h 4194894"/>
              <a:gd name="connsiteX20" fmla="*/ 8734931 w 9601200"/>
              <a:gd name="connsiteY20" fmla="*/ 3762808 h 4194894"/>
              <a:gd name="connsiteX21" fmla="*/ 8676744 w 9601200"/>
              <a:gd name="connsiteY21" fmla="*/ 3762808 h 4194894"/>
              <a:gd name="connsiteX22" fmla="*/ 8638059 w 9601200"/>
              <a:gd name="connsiteY22" fmla="*/ 3888424 h 4194894"/>
              <a:gd name="connsiteX23" fmla="*/ 8599374 w 9601200"/>
              <a:gd name="connsiteY23" fmla="*/ 3762808 h 4194894"/>
              <a:gd name="connsiteX24" fmla="*/ 9279766 w 9601200"/>
              <a:gd name="connsiteY24" fmla="*/ 3760299 h 4194894"/>
              <a:gd name="connsiteX25" fmla="*/ 9240602 w 9601200"/>
              <a:gd name="connsiteY25" fmla="*/ 3767559 h 4194894"/>
              <a:gd name="connsiteX26" fmla="*/ 9215667 w 9601200"/>
              <a:gd name="connsiteY26" fmla="*/ 3787284 h 4194894"/>
              <a:gd name="connsiteX27" fmla="*/ 9207193 w 9601200"/>
              <a:gd name="connsiteY27" fmla="*/ 3814902 h 4194894"/>
              <a:gd name="connsiteX28" fmla="*/ 9216464 w 9601200"/>
              <a:gd name="connsiteY28" fmla="*/ 3843464 h 4194894"/>
              <a:gd name="connsiteX29" fmla="*/ 9238523 w 9601200"/>
              <a:gd name="connsiteY29" fmla="*/ 3858930 h 4194894"/>
              <a:gd name="connsiteX30" fmla="*/ 9270495 w 9601200"/>
              <a:gd name="connsiteY30" fmla="*/ 3868240 h 4194894"/>
              <a:gd name="connsiteX31" fmla="*/ 9296392 w 9601200"/>
              <a:gd name="connsiteY31" fmla="*/ 3876289 h 4194894"/>
              <a:gd name="connsiteX32" fmla="*/ 9304383 w 9601200"/>
              <a:gd name="connsiteY32" fmla="*/ 3887492 h 4194894"/>
              <a:gd name="connsiteX33" fmla="*/ 9298790 w 9601200"/>
              <a:gd name="connsiteY33" fmla="*/ 3897750 h 4194894"/>
              <a:gd name="connsiteX34" fmla="*/ 9282965 w 9601200"/>
              <a:gd name="connsiteY34" fmla="*/ 3901697 h 4194894"/>
              <a:gd name="connsiteX35" fmla="*/ 9264101 w 9601200"/>
              <a:gd name="connsiteY35" fmla="*/ 3896015 h 4194894"/>
              <a:gd name="connsiteX36" fmla="*/ 9255468 w 9601200"/>
              <a:gd name="connsiteY36" fmla="*/ 3881181 h 4194894"/>
              <a:gd name="connsiteX37" fmla="*/ 9201439 w 9601200"/>
              <a:gd name="connsiteY37" fmla="*/ 3881181 h 4194894"/>
              <a:gd name="connsiteX38" fmla="*/ 9213267 w 9601200"/>
              <a:gd name="connsiteY38" fmla="*/ 3911954 h 4194894"/>
              <a:gd name="connsiteX39" fmla="*/ 9242041 w 9601200"/>
              <a:gd name="connsiteY39" fmla="*/ 3933574 h 4194894"/>
              <a:gd name="connsiteX40" fmla="*/ 9283602 w 9601200"/>
              <a:gd name="connsiteY40" fmla="*/ 3941464 h 4194894"/>
              <a:gd name="connsiteX41" fmla="*/ 9321810 w 9601200"/>
              <a:gd name="connsiteY41" fmla="*/ 3934521 h 4194894"/>
              <a:gd name="connsiteX42" fmla="*/ 9347064 w 9601200"/>
              <a:gd name="connsiteY42" fmla="*/ 3915425 h 4194894"/>
              <a:gd name="connsiteX43" fmla="*/ 9355857 w 9601200"/>
              <a:gd name="connsiteY43" fmla="*/ 3887810 h 4194894"/>
              <a:gd name="connsiteX44" fmla="*/ 9346108 w 9601200"/>
              <a:gd name="connsiteY44" fmla="*/ 3858614 h 4194894"/>
              <a:gd name="connsiteX45" fmla="*/ 9324207 w 9601200"/>
              <a:gd name="connsiteY45" fmla="*/ 3842833 h 4194894"/>
              <a:gd name="connsiteX46" fmla="*/ 9291917 w 9601200"/>
              <a:gd name="connsiteY46" fmla="*/ 3832891 h 4194894"/>
              <a:gd name="connsiteX47" fmla="*/ 9266499 w 9601200"/>
              <a:gd name="connsiteY47" fmla="*/ 3825316 h 4194894"/>
              <a:gd name="connsiteX48" fmla="*/ 9258348 w 9601200"/>
              <a:gd name="connsiteY48" fmla="*/ 3813953 h 4194894"/>
              <a:gd name="connsiteX49" fmla="*/ 9263462 w 9601200"/>
              <a:gd name="connsiteY49" fmla="*/ 3804012 h 4194894"/>
              <a:gd name="connsiteX50" fmla="*/ 9278169 w 9601200"/>
              <a:gd name="connsiteY50" fmla="*/ 3800383 h 4194894"/>
              <a:gd name="connsiteX51" fmla="*/ 9296232 w 9601200"/>
              <a:gd name="connsiteY51" fmla="*/ 3805747 h 4194894"/>
              <a:gd name="connsiteX52" fmla="*/ 9304383 w 9601200"/>
              <a:gd name="connsiteY52" fmla="*/ 3820266 h 4194894"/>
              <a:gd name="connsiteX53" fmla="*/ 9354897 w 9601200"/>
              <a:gd name="connsiteY53" fmla="*/ 3820266 h 4194894"/>
              <a:gd name="connsiteX54" fmla="*/ 9332678 w 9601200"/>
              <a:gd name="connsiteY54" fmla="*/ 3776712 h 4194894"/>
              <a:gd name="connsiteX55" fmla="*/ 9279766 w 9601200"/>
              <a:gd name="connsiteY55" fmla="*/ 3760299 h 4194894"/>
              <a:gd name="connsiteX56" fmla="*/ 9102961 w 9601200"/>
              <a:gd name="connsiteY56" fmla="*/ 3760292 h 4194894"/>
              <a:gd name="connsiteX57" fmla="*/ 9055965 w 9601200"/>
              <a:gd name="connsiteY57" fmla="*/ 3771338 h 4194894"/>
              <a:gd name="connsiteX58" fmla="*/ 9024153 w 9601200"/>
              <a:gd name="connsiteY58" fmla="*/ 3802900 h 4194894"/>
              <a:gd name="connsiteX59" fmla="*/ 9012805 w 9601200"/>
              <a:gd name="connsiteY59" fmla="*/ 3850874 h 4194894"/>
              <a:gd name="connsiteX60" fmla="*/ 9024315 w 9601200"/>
              <a:gd name="connsiteY60" fmla="*/ 3898849 h 4194894"/>
              <a:gd name="connsiteX61" fmla="*/ 9056284 w 9601200"/>
              <a:gd name="connsiteY61" fmla="*/ 3930411 h 4194894"/>
              <a:gd name="connsiteX62" fmla="*/ 9102961 w 9601200"/>
              <a:gd name="connsiteY62" fmla="*/ 3941458 h 4194894"/>
              <a:gd name="connsiteX63" fmla="*/ 9142288 w 9601200"/>
              <a:gd name="connsiteY63" fmla="*/ 3933568 h 4194894"/>
              <a:gd name="connsiteX64" fmla="*/ 9171539 w 9601200"/>
              <a:gd name="connsiteY64" fmla="*/ 3911788 h 4194894"/>
              <a:gd name="connsiteX65" fmla="*/ 9187686 w 9601200"/>
              <a:gd name="connsiteY65" fmla="*/ 3880543 h 4194894"/>
              <a:gd name="connsiteX66" fmla="*/ 9129499 w 9601200"/>
              <a:gd name="connsiteY66" fmla="*/ 3880543 h 4194894"/>
              <a:gd name="connsiteX67" fmla="*/ 9101044 w 9601200"/>
              <a:gd name="connsiteY67" fmla="*/ 3897585 h 4194894"/>
              <a:gd name="connsiteX68" fmla="*/ 9077865 w 9601200"/>
              <a:gd name="connsiteY68" fmla="*/ 3888907 h 4194894"/>
              <a:gd name="connsiteX69" fmla="*/ 9067155 w 9601200"/>
              <a:gd name="connsiteY69" fmla="*/ 3863814 h 4194894"/>
              <a:gd name="connsiteX70" fmla="*/ 9190882 w 9601200"/>
              <a:gd name="connsiteY70" fmla="*/ 3863814 h 4194894"/>
              <a:gd name="connsiteX71" fmla="*/ 9191841 w 9601200"/>
              <a:gd name="connsiteY71" fmla="*/ 3848035 h 4194894"/>
              <a:gd name="connsiteX72" fmla="*/ 9180491 w 9601200"/>
              <a:gd name="connsiteY72" fmla="*/ 3801638 h 4194894"/>
              <a:gd name="connsiteX73" fmla="*/ 9149001 w 9601200"/>
              <a:gd name="connsiteY73" fmla="*/ 3771023 h 4194894"/>
              <a:gd name="connsiteX74" fmla="*/ 9102961 w 9601200"/>
              <a:gd name="connsiteY74" fmla="*/ 3760292 h 4194894"/>
              <a:gd name="connsiteX75" fmla="*/ 9032051 w 9601200"/>
              <a:gd name="connsiteY75" fmla="*/ 3682268 h 4194894"/>
              <a:gd name="connsiteX76" fmla="*/ 9037781 w 9601200"/>
              <a:gd name="connsiteY76" fmla="*/ 3683799 h 4194894"/>
              <a:gd name="connsiteX77" fmla="*/ 9042017 w 9601200"/>
              <a:gd name="connsiteY77" fmla="*/ 3688197 h 4194894"/>
              <a:gd name="connsiteX78" fmla="*/ 9043587 w 9601200"/>
              <a:gd name="connsiteY78" fmla="*/ 3695070 h 4194894"/>
              <a:gd name="connsiteX79" fmla="*/ 9042017 w 9601200"/>
              <a:gd name="connsiteY79" fmla="*/ 3701942 h 4194894"/>
              <a:gd name="connsiteX80" fmla="*/ 9037781 w 9601200"/>
              <a:gd name="connsiteY80" fmla="*/ 3706340 h 4194894"/>
              <a:gd name="connsiteX81" fmla="*/ 9032051 w 9601200"/>
              <a:gd name="connsiteY81" fmla="*/ 3707872 h 4194894"/>
              <a:gd name="connsiteX82" fmla="*/ 9026440 w 9601200"/>
              <a:gd name="connsiteY82" fmla="*/ 3706302 h 4194894"/>
              <a:gd name="connsiteX83" fmla="*/ 9022202 w 9601200"/>
              <a:gd name="connsiteY83" fmla="*/ 3701785 h 4194894"/>
              <a:gd name="connsiteX84" fmla="*/ 9020594 w 9601200"/>
              <a:gd name="connsiteY84" fmla="*/ 3694913 h 4194894"/>
              <a:gd name="connsiteX85" fmla="*/ 9022202 w 9601200"/>
              <a:gd name="connsiteY85" fmla="*/ 3688119 h 4194894"/>
              <a:gd name="connsiteX86" fmla="*/ 9026400 w 9601200"/>
              <a:gd name="connsiteY86" fmla="*/ 3683760 h 4194894"/>
              <a:gd name="connsiteX87" fmla="*/ 9032051 w 9601200"/>
              <a:gd name="connsiteY87" fmla="*/ 3682268 h 4194894"/>
              <a:gd name="connsiteX88" fmla="*/ 9315846 w 9601200"/>
              <a:gd name="connsiteY88" fmla="*/ 3682192 h 4194894"/>
              <a:gd name="connsiteX89" fmla="*/ 9323811 w 9601200"/>
              <a:gd name="connsiteY89" fmla="*/ 3685531 h 4194894"/>
              <a:gd name="connsiteX90" fmla="*/ 9327067 w 9601200"/>
              <a:gd name="connsiteY90" fmla="*/ 3695073 h 4194894"/>
              <a:gd name="connsiteX91" fmla="*/ 9325499 w 9601200"/>
              <a:gd name="connsiteY91" fmla="*/ 3702142 h 4194894"/>
              <a:gd name="connsiteX92" fmla="*/ 9321300 w 9601200"/>
              <a:gd name="connsiteY92" fmla="*/ 3706501 h 4194894"/>
              <a:gd name="connsiteX93" fmla="*/ 9315688 w 9601200"/>
              <a:gd name="connsiteY93" fmla="*/ 3707954 h 4194894"/>
              <a:gd name="connsiteX94" fmla="*/ 9307879 w 9601200"/>
              <a:gd name="connsiteY94" fmla="*/ 3704616 h 4194894"/>
              <a:gd name="connsiteX95" fmla="*/ 9304780 w 9601200"/>
              <a:gd name="connsiteY95" fmla="*/ 3695073 h 4194894"/>
              <a:gd name="connsiteX96" fmla="*/ 9307958 w 9601200"/>
              <a:gd name="connsiteY96" fmla="*/ 3685531 h 4194894"/>
              <a:gd name="connsiteX97" fmla="*/ 9315846 w 9601200"/>
              <a:gd name="connsiteY97" fmla="*/ 3682192 h 4194894"/>
              <a:gd name="connsiteX98" fmla="*/ 9267344 w 9601200"/>
              <a:gd name="connsiteY98" fmla="*/ 3682192 h 4194894"/>
              <a:gd name="connsiteX99" fmla="*/ 9275309 w 9601200"/>
              <a:gd name="connsiteY99" fmla="*/ 3685531 h 4194894"/>
              <a:gd name="connsiteX100" fmla="*/ 9278565 w 9601200"/>
              <a:gd name="connsiteY100" fmla="*/ 3695073 h 4194894"/>
              <a:gd name="connsiteX101" fmla="*/ 9276997 w 9601200"/>
              <a:gd name="connsiteY101" fmla="*/ 3702142 h 4194894"/>
              <a:gd name="connsiteX102" fmla="*/ 9272798 w 9601200"/>
              <a:gd name="connsiteY102" fmla="*/ 3706501 h 4194894"/>
              <a:gd name="connsiteX103" fmla="*/ 9267186 w 9601200"/>
              <a:gd name="connsiteY103" fmla="*/ 3707954 h 4194894"/>
              <a:gd name="connsiteX104" fmla="*/ 9259377 w 9601200"/>
              <a:gd name="connsiteY104" fmla="*/ 3704616 h 4194894"/>
              <a:gd name="connsiteX105" fmla="*/ 9256278 w 9601200"/>
              <a:gd name="connsiteY105" fmla="*/ 3695073 h 4194894"/>
              <a:gd name="connsiteX106" fmla="*/ 9259456 w 9601200"/>
              <a:gd name="connsiteY106" fmla="*/ 3685531 h 4194894"/>
              <a:gd name="connsiteX107" fmla="*/ 9267344 w 9601200"/>
              <a:gd name="connsiteY107" fmla="*/ 3682192 h 4194894"/>
              <a:gd name="connsiteX108" fmla="*/ 8983155 w 9601200"/>
              <a:gd name="connsiteY108" fmla="*/ 3682192 h 4194894"/>
              <a:gd name="connsiteX109" fmla="*/ 8991121 w 9601200"/>
              <a:gd name="connsiteY109" fmla="*/ 3685531 h 4194894"/>
              <a:gd name="connsiteX110" fmla="*/ 8994378 w 9601200"/>
              <a:gd name="connsiteY110" fmla="*/ 3695073 h 4194894"/>
              <a:gd name="connsiteX111" fmla="*/ 8992808 w 9601200"/>
              <a:gd name="connsiteY111" fmla="*/ 3702142 h 4194894"/>
              <a:gd name="connsiteX112" fmla="*/ 8988610 w 9601200"/>
              <a:gd name="connsiteY112" fmla="*/ 3706501 h 4194894"/>
              <a:gd name="connsiteX113" fmla="*/ 8982998 w 9601200"/>
              <a:gd name="connsiteY113" fmla="*/ 3707954 h 4194894"/>
              <a:gd name="connsiteX114" fmla="*/ 8975190 w 9601200"/>
              <a:gd name="connsiteY114" fmla="*/ 3704616 h 4194894"/>
              <a:gd name="connsiteX115" fmla="*/ 8972090 w 9601200"/>
              <a:gd name="connsiteY115" fmla="*/ 3695073 h 4194894"/>
              <a:gd name="connsiteX116" fmla="*/ 8975269 w 9601200"/>
              <a:gd name="connsiteY116" fmla="*/ 3685531 h 4194894"/>
              <a:gd name="connsiteX117" fmla="*/ 8983155 w 9601200"/>
              <a:gd name="connsiteY117" fmla="*/ 3682192 h 4194894"/>
              <a:gd name="connsiteX118" fmla="*/ 9082514 w 9601200"/>
              <a:gd name="connsiteY118" fmla="*/ 3681641 h 4194894"/>
              <a:gd name="connsiteX119" fmla="*/ 9089813 w 9601200"/>
              <a:gd name="connsiteY119" fmla="*/ 3684193 h 4194894"/>
              <a:gd name="connsiteX120" fmla="*/ 9092874 w 9601200"/>
              <a:gd name="connsiteY120" fmla="*/ 3690987 h 4194894"/>
              <a:gd name="connsiteX121" fmla="*/ 9072235 w 9601200"/>
              <a:gd name="connsiteY121" fmla="*/ 3690987 h 4194894"/>
              <a:gd name="connsiteX122" fmla="*/ 9075648 w 9601200"/>
              <a:gd name="connsiteY122" fmla="*/ 3684115 h 4194894"/>
              <a:gd name="connsiteX123" fmla="*/ 9082514 w 9601200"/>
              <a:gd name="connsiteY123" fmla="*/ 3681641 h 4194894"/>
              <a:gd name="connsiteX124" fmla="*/ 9316001 w 9601200"/>
              <a:gd name="connsiteY124" fmla="*/ 3672611 h 4194894"/>
              <a:gd name="connsiteX125" fmla="*/ 9304623 w 9601200"/>
              <a:gd name="connsiteY125" fmla="*/ 3675399 h 4194894"/>
              <a:gd name="connsiteX126" fmla="*/ 9296579 w 9601200"/>
              <a:gd name="connsiteY126" fmla="*/ 3683293 h 4194894"/>
              <a:gd name="connsiteX127" fmla="*/ 9293637 w 9601200"/>
              <a:gd name="connsiteY127" fmla="*/ 3695073 h 4194894"/>
              <a:gd name="connsiteX128" fmla="*/ 9296501 w 9601200"/>
              <a:gd name="connsiteY128" fmla="*/ 3706855 h 4194894"/>
              <a:gd name="connsiteX129" fmla="*/ 9304387 w 9601200"/>
              <a:gd name="connsiteY129" fmla="*/ 3714748 h 4194894"/>
              <a:gd name="connsiteX130" fmla="*/ 9315688 w 9601200"/>
              <a:gd name="connsiteY130" fmla="*/ 3717537 h 4194894"/>
              <a:gd name="connsiteX131" fmla="*/ 9327185 w 9601200"/>
              <a:gd name="connsiteY131" fmla="*/ 3714748 h 4194894"/>
              <a:gd name="connsiteX132" fmla="*/ 9335347 w 9601200"/>
              <a:gd name="connsiteY132" fmla="*/ 3706855 h 4194894"/>
              <a:gd name="connsiteX133" fmla="*/ 9338368 w 9601200"/>
              <a:gd name="connsiteY133" fmla="*/ 3695073 h 4194894"/>
              <a:gd name="connsiteX134" fmla="*/ 9335425 w 9601200"/>
              <a:gd name="connsiteY134" fmla="*/ 3683293 h 4194894"/>
              <a:gd name="connsiteX135" fmla="*/ 9327382 w 9601200"/>
              <a:gd name="connsiteY135" fmla="*/ 3675399 h 4194894"/>
              <a:gd name="connsiteX136" fmla="*/ 9316001 w 9601200"/>
              <a:gd name="connsiteY136" fmla="*/ 3672611 h 4194894"/>
              <a:gd name="connsiteX137" fmla="*/ 9267500 w 9601200"/>
              <a:gd name="connsiteY137" fmla="*/ 3672611 h 4194894"/>
              <a:gd name="connsiteX138" fmla="*/ 9256122 w 9601200"/>
              <a:gd name="connsiteY138" fmla="*/ 3675399 h 4194894"/>
              <a:gd name="connsiteX139" fmla="*/ 9248077 w 9601200"/>
              <a:gd name="connsiteY139" fmla="*/ 3683293 h 4194894"/>
              <a:gd name="connsiteX140" fmla="*/ 9245134 w 9601200"/>
              <a:gd name="connsiteY140" fmla="*/ 3695073 h 4194894"/>
              <a:gd name="connsiteX141" fmla="*/ 9247999 w 9601200"/>
              <a:gd name="connsiteY141" fmla="*/ 3706855 h 4194894"/>
              <a:gd name="connsiteX142" fmla="*/ 9255885 w 9601200"/>
              <a:gd name="connsiteY142" fmla="*/ 3714748 h 4194894"/>
              <a:gd name="connsiteX143" fmla="*/ 9267186 w 9601200"/>
              <a:gd name="connsiteY143" fmla="*/ 3717537 h 4194894"/>
              <a:gd name="connsiteX144" fmla="*/ 9278683 w 9601200"/>
              <a:gd name="connsiteY144" fmla="*/ 3714748 h 4194894"/>
              <a:gd name="connsiteX145" fmla="*/ 9286845 w 9601200"/>
              <a:gd name="connsiteY145" fmla="*/ 3706855 h 4194894"/>
              <a:gd name="connsiteX146" fmla="*/ 9289866 w 9601200"/>
              <a:gd name="connsiteY146" fmla="*/ 3695073 h 4194894"/>
              <a:gd name="connsiteX147" fmla="*/ 9286923 w 9601200"/>
              <a:gd name="connsiteY147" fmla="*/ 3683293 h 4194894"/>
              <a:gd name="connsiteX148" fmla="*/ 9278880 w 9601200"/>
              <a:gd name="connsiteY148" fmla="*/ 3675399 h 4194894"/>
              <a:gd name="connsiteX149" fmla="*/ 9267500 w 9601200"/>
              <a:gd name="connsiteY149" fmla="*/ 3672611 h 4194894"/>
              <a:gd name="connsiteX150" fmla="*/ 9126543 w 9601200"/>
              <a:gd name="connsiteY150" fmla="*/ 3672611 h 4194894"/>
              <a:gd name="connsiteX151" fmla="*/ 9117400 w 9601200"/>
              <a:gd name="connsiteY151" fmla="*/ 3674339 h 4194894"/>
              <a:gd name="connsiteX152" fmla="*/ 9111436 w 9601200"/>
              <a:gd name="connsiteY152" fmla="*/ 3679053 h 4194894"/>
              <a:gd name="connsiteX153" fmla="*/ 9109356 w 9601200"/>
              <a:gd name="connsiteY153" fmla="*/ 3685650 h 4194894"/>
              <a:gd name="connsiteX154" fmla="*/ 9111592 w 9601200"/>
              <a:gd name="connsiteY154" fmla="*/ 3692640 h 4194894"/>
              <a:gd name="connsiteX155" fmla="*/ 9116929 w 9601200"/>
              <a:gd name="connsiteY155" fmla="*/ 3696488 h 4194894"/>
              <a:gd name="connsiteX156" fmla="*/ 9124894 w 9601200"/>
              <a:gd name="connsiteY156" fmla="*/ 3698923 h 4194894"/>
              <a:gd name="connsiteX157" fmla="*/ 9131760 w 9601200"/>
              <a:gd name="connsiteY157" fmla="*/ 3701240 h 4194894"/>
              <a:gd name="connsiteX158" fmla="*/ 9133919 w 9601200"/>
              <a:gd name="connsiteY158" fmla="*/ 3704421 h 4194894"/>
              <a:gd name="connsiteX159" fmla="*/ 9132154 w 9601200"/>
              <a:gd name="connsiteY159" fmla="*/ 3707641 h 4194894"/>
              <a:gd name="connsiteX160" fmla="*/ 9127247 w 9601200"/>
              <a:gd name="connsiteY160" fmla="*/ 3708898 h 4194894"/>
              <a:gd name="connsiteX161" fmla="*/ 9121873 w 9601200"/>
              <a:gd name="connsiteY161" fmla="*/ 3707248 h 4194894"/>
              <a:gd name="connsiteX162" fmla="*/ 9119401 w 9601200"/>
              <a:gd name="connsiteY162" fmla="*/ 3703086 h 4194894"/>
              <a:gd name="connsiteX163" fmla="*/ 9108336 w 9601200"/>
              <a:gd name="connsiteY163" fmla="*/ 3703086 h 4194894"/>
              <a:gd name="connsiteX164" fmla="*/ 9111044 w 9601200"/>
              <a:gd name="connsiteY164" fmla="*/ 3710391 h 4194894"/>
              <a:gd name="connsiteX165" fmla="*/ 9117752 w 9601200"/>
              <a:gd name="connsiteY165" fmla="*/ 3715613 h 4194894"/>
              <a:gd name="connsiteX166" fmla="*/ 9127327 w 9601200"/>
              <a:gd name="connsiteY166" fmla="*/ 3717537 h 4194894"/>
              <a:gd name="connsiteX167" fmla="*/ 9136391 w 9601200"/>
              <a:gd name="connsiteY167" fmla="*/ 3715849 h 4194894"/>
              <a:gd name="connsiteX168" fmla="*/ 9142355 w 9601200"/>
              <a:gd name="connsiteY168" fmla="*/ 3711176 h 4194894"/>
              <a:gd name="connsiteX169" fmla="*/ 9144434 w 9601200"/>
              <a:gd name="connsiteY169" fmla="*/ 3704421 h 4194894"/>
              <a:gd name="connsiteX170" fmla="*/ 9142120 w 9601200"/>
              <a:gd name="connsiteY170" fmla="*/ 3697471 h 4194894"/>
              <a:gd name="connsiteX171" fmla="*/ 9136822 w 9601200"/>
              <a:gd name="connsiteY171" fmla="*/ 3693582 h 4194894"/>
              <a:gd name="connsiteX172" fmla="*/ 9129053 w 9601200"/>
              <a:gd name="connsiteY172" fmla="*/ 3691148 h 4194894"/>
              <a:gd name="connsiteX173" fmla="*/ 9122225 w 9601200"/>
              <a:gd name="connsiteY173" fmla="*/ 3688830 h 4194894"/>
              <a:gd name="connsiteX174" fmla="*/ 9120029 w 9601200"/>
              <a:gd name="connsiteY174" fmla="*/ 3685492 h 4194894"/>
              <a:gd name="connsiteX175" fmla="*/ 9121638 w 9601200"/>
              <a:gd name="connsiteY175" fmla="*/ 3682429 h 4194894"/>
              <a:gd name="connsiteX176" fmla="*/ 9126227 w 9601200"/>
              <a:gd name="connsiteY176" fmla="*/ 3681330 h 4194894"/>
              <a:gd name="connsiteX177" fmla="*/ 9131368 w 9601200"/>
              <a:gd name="connsiteY177" fmla="*/ 3682862 h 4194894"/>
              <a:gd name="connsiteX178" fmla="*/ 9133526 w 9601200"/>
              <a:gd name="connsiteY178" fmla="*/ 3686984 h 4194894"/>
              <a:gd name="connsiteX179" fmla="*/ 9144042 w 9601200"/>
              <a:gd name="connsiteY179" fmla="*/ 3686984 h 4194894"/>
              <a:gd name="connsiteX180" fmla="*/ 9138941 w 9601200"/>
              <a:gd name="connsiteY180" fmla="*/ 3676499 h 4194894"/>
              <a:gd name="connsiteX181" fmla="*/ 9126543 w 9601200"/>
              <a:gd name="connsiteY181" fmla="*/ 3672611 h 4194894"/>
              <a:gd name="connsiteX182" fmla="*/ 8983312 w 9601200"/>
              <a:gd name="connsiteY182" fmla="*/ 3672611 h 4194894"/>
              <a:gd name="connsiteX183" fmla="*/ 8971933 w 9601200"/>
              <a:gd name="connsiteY183" fmla="*/ 3675399 h 4194894"/>
              <a:gd name="connsiteX184" fmla="*/ 8963889 w 9601200"/>
              <a:gd name="connsiteY184" fmla="*/ 3683293 h 4194894"/>
              <a:gd name="connsiteX185" fmla="*/ 8960946 w 9601200"/>
              <a:gd name="connsiteY185" fmla="*/ 3695073 h 4194894"/>
              <a:gd name="connsiteX186" fmla="*/ 8963811 w 9601200"/>
              <a:gd name="connsiteY186" fmla="*/ 3706855 h 4194894"/>
              <a:gd name="connsiteX187" fmla="*/ 8971698 w 9601200"/>
              <a:gd name="connsiteY187" fmla="*/ 3714748 h 4194894"/>
              <a:gd name="connsiteX188" fmla="*/ 8982998 w 9601200"/>
              <a:gd name="connsiteY188" fmla="*/ 3717537 h 4194894"/>
              <a:gd name="connsiteX189" fmla="*/ 8994495 w 9601200"/>
              <a:gd name="connsiteY189" fmla="*/ 3714748 h 4194894"/>
              <a:gd name="connsiteX190" fmla="*/ 9002657 w 9601200"/>
              <a:gd name="connsiteY190" fmla="*/ 3706855 h 4194894"/>
              <a:gd name="connsiteX191" fmla="*/ 9005678 w 9601200"/>
              <a:gd name="connsiteY191" fmla="*/ 3695073 h 4194894"/>
              <a:gd name="connsiteX192" fmla="*/ 9002735 w 9601200"/>
              <a:gd name="connsiteY192" fmla="*/ 3683293 h 4194894"/>
              <a:gd name="connsiteX193" fmla="*/ 8994692 w 9601200"/>
              <a:gd name="connsiteY193" fmla="*/ 3675399 h 4194894"/>
              <a:gd name="connsiteX194" fmla="*/ 8983312 w 9601200"/>
              <a:gd name="connsiteY194" fmla="*/ 3672611 h 4194894"/>
              <a:gd name="connsiteX195" fmla="*/ 9082829 w 9601200"/>
              <a:gd name="connsiteY195" fmla="*/ 3672609 h 4194894"/>
              <a:gd name="connsiteX196" fmla="*/ 9071449 w 9601200"/>
              <a:gd name="connsiteY196" fmla="*/ 3675357 h 4194894"/>
              <a:gd name="connsiteX197" fmla="*/ 9063758 w 9601200"/>
              <a:gd name="connsiteY197" fmla="*/ 3683212 h 4194894"/>
              <a:gd name="connsiteX198" fmla="*/ 9061013 w 9601200"/>
              <a:gd name="connsiteY198" fmla="*/ 3695072 h 4194894"/>
              <a:gd name="connsiteX199" fmla="*/ 9063797 w 9601200"/>
              <a:gd name="connsiteY199" fmla="*/ 3706854 h 4194894"/>
              <a:gd name="connsiteX200" fmla="*/ 9071567 w 9601200"/>
              <a:gd name="connsiteY200" fmla="*/ 3714746 h 4194894"/>
              <a:gd name="connsiteX201" fmla="*/ 9082829 w 9601200"/>
              <a:gd name="connsiteY201" fmla="*/ 3717535 h 4194894"/>
              <a:gd name="connsiteX202" fmla="*/ 9095935 w 9601200"/>
              <a:gd name="connsiteY202" fmla="*/ 3713490 h 4194894"/>
              <a:gd name="connsiteX203" fmla="*/ 9103153 w 9601200"/>
              <a:gd name="connsiteY203" fmla="*/ 3703162 h 4194894"/>
              <a:gd name="connsiteX204" fmla="*/ 9091304 w 9601200"/>
              <a:gd name="connsiteY204" fmla="*/ 3703162 h 4194894"/>
              <a:gd name="connsiteX205" fmla="*/ 9082593 w 9601200"/>
              <a:gd name="connsiteY205" fmla="*/ 3708424 h 4194894"/>
              <a:gd name="connsiteX206" fmla="*/ 9075451 w 9601200"/>
              <a:gd name="connsiteY206" fmla="*/ 3705753 h 4194894"/>
              <a:gd name="connsiteX207" fmla="*/ 9072156 w 9601200"/>
              <a:gd name="connsiteY207" fmla="*/ 3698370 h 4194894"/>
              <a:gd name="connsiteX208" fmla="*/ 9103939 w 9601200"/>
              <a:gd name="connsiteY208" fmla="*/ 3698370 h 4194894"/>
              <a:gd name="connsiteX209" fmla="*/ 9104253 w 9601200"/>
              <a:gd name="connsiteY209" fmla="*/ 3694129 h 4194894"/>
              <a:gd name="connsiteX210" fmla="*/ 9101544 w 9601200"/>
              <a:gd name="connsiteY210" fmla="*/ 3682859 h 4194894"/>
              <a:gd name="connsiteX211" fmla="*/ 9093934 w 9601200"/>
              <a:gd name="connsiteY211" fmla="*/ 3675280 h 4194894"/>
              <a:gd name="connsiteX212" fmla="*/ 9082829 w 9601200"/>
              <a:gd name="connsiteY212" fmla="*/ 3672609 h 4194894"/>
              <a:gd name="connsiteX213" fmla="*/ 9170571 w 9601200"/>
              <a:gd name="connsiteY213" fmla="*/ 3672608 h 4194894"/>
              <a:gd name="connsiteX214" fmla="*/ 9159427 w 9601200"/>
              <a:gd name="connsiteY214" fmla="*/ 3675396 h 4194894"/>
              <a:gd name="connsiteX215" fmla="*/ 9151814 w 9601200"/>
              <a:gd name="connsiteY215" fmla="*/ 3683251 h 4194894"/>
              <a:gd name="connsiteX216" fmla="*/ 9149068 w 9601200"/>
              <a:gd name="connsiteY216" fmla="*/ 3695071 h 4194894"/>
              <a:gd name="connsiteX217" fmla="*/ 9151814 w 9601200"/>
              <a:gd name="connsiteY217" fmla="*/ 3706892 h 4194894"/>
              <a:gd name="connsiteX218" fmla="*/ 9159427 w 9601200"/>
              <a:gd name="connsiteY218" fmla="*/ 3714746 h 4194894"/>
              <a:gd name="connsiteX219" fmla="*/ 9170571 w 9601200"/>
              <a:gd name="connsiteY219" fmla="*/ 3717534 h 4194894"/>
              <a:gd name="connsiteX220" fmla="*/ 9183912 w 9601200"/>
              <a:gd name="connsiteY220" fmla="*/ 3713372 h 4194894"/>
              <a:gd name="connsiteX221" fmla="*/ 9191053 w 9601200"/>
              <a:gd name="connsiteY221" fmla="*/ 3702140 h 4194894"/>
              <a:gd name="connsiteX222" fmla="*/ 9179203 w 9601200"/>
              <a:gd name="connsiteY222" fmla="*/ 3702140 h 4194894"/>
              <a:gd name="connsiteX223" fmla="*/ 9170492 w 9601200"/>
              <a:gd name="connsiteY223" fmla="*/ 3708110 h 4194894"/>
              <a:gd name="connsiteX224" fmla="*/ 9163037 w 9601200"/>
              <a:gd name="connsiteY224" fmla="*/ 3704692 h 4194894"/>
              <a:gd name="connsiteX225" fmla="*/ 9160291 w 9601200"/>
              <a:gd name="connsiteY225" fmla="*/ 3695071 h 4194894"/>
              <a:gd name="connsiteX226" fmla="*/ 9163037 w 9601200"/>
              <a:gd name="connsiteY226" fmla="*/ 3685371 h 4194894"/>
              <a:gd name="connsiteX227" fmla="*/ 9170492 w 9601200"/>
              <a:gd name="connsiteY227" fmla="*/ 3681955 h 4194894"/>
              <a:gd name="connsiteX228" fmla="*/ 9176024 w 9601200"/>
              <a:gd name="connsiteY228" fmla="*/ 3683565 h 4194894"/>
              <a:gd name="connsiteX229" fmla="*/ 9179203 w 9601200"/>
              <a:gd name="connsiteY229" fmla="*/ 3688002 h 4194894"/>
              <a:gd name="connsiteX230" fmla="*/ 9191053 w 9601200"/>
              <a:gd name="connsiteY230" fmla="*/ 3688002 h 4194894"/>
              <a:gd name="connsiteX231" fmla="*/ 9183952 w 9601200"/>
              <a:gd name="connsiteY231" fmla="*/ 3676653 h 4194894"/>
              <a:gd name="connsiteX232" fmla="*/ 9170571 w 9601200"/>
              <a:gd name="connsiteY232" fmla="*/ 3672608 h 4194894"/>
              <a:gd name="connsiteX233" fmla="*/ 9029225 w 9601200"/>
              <a:gd name="connsiteY233" fmla="*/ 3672607 h 4194894"/>
              <a:gd name="connsiteX234" fmla="*/ 9019141 w 9601200"/>
              <a:gd name="connsiteY234" fmla="*/ 3675355 h 4194894"/>
              <a:gd name="connsiteX235" fmla="*/ 9012001 w 9601200"/>
              <a:gd name="connsiteY235" fmla="*/ 3683209 h 4194894"/>
              <a:gd name="connsiteX236" fmla="*/ 9009371 w 9601200"/>
              <a:gd name="connsiteY236" fmla="*/ 3694913 h 4194894"/>
              <a:gd name="connsiteX237" fmla="*/ 9012001 w 9601200"/>
              <a:gd name="connsiteY237" fmla="*/ 3706733 h 4194894"/>
              <a:gd name="connsiteX238" fmla="*/ 9019180 w 9601200"/>
              <a:gd name="connsiteY238" fmla="*/ 3714705 h 4194894"/>
              <a:gd name="connsiteX239" fmla="*/ 9029225 w 9601200"/>
              <a:gd name="connsiteY239" fmla="*/ 3717533 h 4194894"/>
              <a:gd name="connsiteX240" fmla="*/ 9037741 w 9601200"/>
              <a:gd name="connsiteY240" fmla="*/ 3715490 h 4194894"/>
              <a:gd name="connsiteX241" fmla="*/ 9043587 w 9601200"/>
              <a:gd name="connsiteY241" fmla="*/ 3710385 h 4194894"/>
              <a:gd name="connsiteX242" fmla="*/ 9043587 w 9601200"/>
              <a:gd name="connsiteY242" fmla="*/ 3717140 h 4194894"/>
              <a:gd name="connsiteX243" fmla="*/ 9040605 w 9601200"/>
              <a:gd name="connsiteY243" fmla="*/ 3725819 h 4194894"/>
              <a:gd name="connsiteX244" fmla="*/ 9032835 w 9601200"/>
              <a:gd name="connsiteY244" fmla="*/ 3728685 h 4194894"/>
              <a:gd name="connsiteX245" fmla="*/ 9025890 w 9601200"/>
              <a:gd name="connsiteY245" fmla="*/ 3726918 h 4194894"/>
              <a:gd name="connsiteX246" fmla="*/ 9022162 w 9601200"/>
              <a:gd name="connsiteY246" fmla="*/ 3722167 h 4194894"/>
              <a:gd name="connsiteX247" fmla="*/ 9011254 w 9601200"/>
              <a:gd name="connsiteY247" fmla="*/ 3722167 h 4194894"/>
              <a:gd name="connsiteX248" fmla="*/ 9017964 w 9601200"/>
              <a:gd name="connsiteY248" fmla="*/ 3733948 h 4194894"/>
              <a:gd name="connsiteX249" fmla="*/ 9033150 w 9601200"/>
              <a:gd name="connsiteY249" fmla="*/ 3738268 h 4194894"/>
              <a:gd name="connsiteX250" fmla="*/ 9044920 w 9601200"/>
              <a:gd name="connsiteY250" fmla="*/ 3735479 h 4194894"/>
              <a:gd name="connsiteX251" fmla="*/ 9052219 w 9601200"/>
              <a:gd name="connsiteY251" fmla="*/ 3727939 h 4194894"/>
              <a:gd name="connsiteX252" fmla="*/ 9054652 w 9601200"/>
              <a:gd name="connsiteY252" fmla="*/ 3717140 h 4194894"/>
              <a:gd name="connsiteX253" fmla="*/ 9054652 w 9601200"/>
              <a:gd name="connsiteY253" fmla="*/ 3673314 h 4194894"/>
              <a:gd name="connsiteX254" fmla="*/ 9043587 w 9601200"/>
              <a:gd name="connsiteY254" fmla="*/ 3673314 h 4194894"/>
              <a:gd name="connsiteX255" fmla="*/ 9043587 w 9601200"/>
              <a:gd name="connsiteY255" fmla="*/ 3679518 h 4194894"/>
              <a:gd name="connsiteX256" fmla="*/ 9037781 w 9601200"/>
              <a:gd name="connsiteY256" fmla="*/ 3674532 h 4194894"/>
              <a:gd name="connsiteX257" fmla="*/ 9029225 w 9601200"/>
              <a:gd name="connsiteY257" fmla="*/ 3672607 h 4194894"/>
              <a:gd name="connsiteX258" fmla="*/ 9344794 w 9601200"/>
              <a:gd name="connsiteY258" fmla="*/ 3658741 h 4194894"/>
              <a:gd name="connsiteX259" fmla="*/ 9344794 w 9601200"/>
              <a:gd name="connsiteY259" fmla="*/ 3716862 h 4194894"/>
              <a:gd name="connsiteX260" fmla="*/ 9355780 w 9601200"/>
              <a:gd name="connsiteY260" fmla="*/ 3716862 h 4194894"/>
              <a:gd name="connsiteX261" fmla="*/ 9355780 w 9601200"/>
              <a:gd name="connsiteY261" fmla="*/ 3658741 h 4194894"/>
              <a:gd name="connsiteX262" fmla="*/ 9197574 w 9601200"/>
              <a:gd name="connsiteY262" fmla="*/ 3658707 h 4194894"/>
              <a:gd name="connsiteX263" fmla="*/ 9197574 w 9601200"/>
              <a:gd name="connsiteY263" fmla="*/ 3716828 h 4194894"/>
              <a:gd name="connsiteX264" fmla="*/ 9208560 w 9601200"/>
              <a:gd name="connsiteY264" fmla="*/ 3716828 h 4194894"/>
              <a:gd name="connsiteX265" fmla="*/ 9208560 w 9601200"/>
              <a:gd name="connsiteY265" fmla="*/ 3692794 h 4194894"/>
              <a:gd name="connsiteX266" fmla="*/ 9211189 w 9601200"/>
              <a:gd name="connsiteY266" fmla="*/ 3684822 h 4194894"/>
              <a:gd name="connsiteX267" fmla="*/ 9218370 w 9601200"/>
              <a:gd name="connsiteY267" fmla="*/ 3682034 h 4194894"/>
              <a:gd name="connsiteX268" fmla="*/ 9225433 w 9601200"/>
              <a:gd name="connsiteY268" fmla="*/ 3684822 h 4194894"/>
              <a:gd name="connsiteX269" fmla="*/ 9228023 w 9601200"/>
              <a:gd name="connsiteY269" fmla="*/ 3692794 h 4194894"/>
              <a:gd name="connsiteX270" fmla="*/ 9228023 w 9601200"/>
              <a:gd name="connsiteY270" fmla="*/ 3716828 h 4194894"/>
              <a:gd name="connsiteX271" fmla="*/ 9239009 w 9601200"/>
              <a:gd name="connsiteY271" fmla="*/ 3716828 h 4194894"/>
              <a:gd name="connsiteX272" fmla="*/ 9239009 w 9601200"/>
              <a:gd name="connsiteY272" fmla="*/ 3691301 h 4194894"/>
              <a:gd name="connsiteX273" fmla="*/ 9236850 w 9601200"/>
              <a:gd name="connsiteY273" fmla="*/ 3681209 h 4194894"/>
              <a:gd name="connsiteX274" fmla="*/ 9230848 w 9601200"/>
              <a:gd name="connsiteY274" fmla="*/ 3674847 h 4194894"/>
              <a:gd name="connsiteX275" fmla="*/ 9222059 w 9601200"/>
              <a:gd name="connsiteY275" fmla="*/ 3672687 h 4194894"/>
              <a:gd name="connsiteX276" fmla="*/ 9214210 w 9601200"/>
              <a:gd name="connsiteY276" fmla="*/ 3674298 h 4194894"/>
              <a:gd name="connsiteX277" fmla="*/ 9208560 w 9601200"/>
              <a:gd name="connsiteY277" fmla="*/ 3678735 h 4194894"/>
              <a:gd name="connsiteX278" fmla="*/ 9208560 w 9601200"/>
              <a:gd name="connsiteY278" fmla="*/ 3658707 h 4194894"/>
              <a:gd name="connsiteX279" fmla="*/ 8913386 w 9601200"/>
              <a:gd name="connsiteY279" fmla="*/ 3658707 h 4194894"/>
              <a:gd name="connsiteX280" fmla="*/ 8913386 w 9601200"/>
              <a:gd name="connsiteY280" fmla="*/ 3716828 h 4194894"/>
              <a:gd name="connsiteX281" fmla="*/ 8924372 w 9601200"/>
              <a:gd name="connsiteY281" fmla="*/ 3716828 h 4194894"/>
              <a:gd name="connsiteX282" fmla="*/ 8924372 w 9601200"/>
              <a:gd name="connsiteY282" fmla="*/ 3692794 h 4194894"/>
              <a:gd name="connsiteX283" fmla="*/ 8927001 w 9601200"/>
              <a:gd name="connsiteY283" fmla="*/ 3684822 h 4194894"/>
              <a:gd name="connsiteX284" fmla="*/ 8934181 w 9601200"/>
              <a:gd name="connsiteY284" fmla="*/ 3682034 h 4194894"/>
              <a:gd name="connsiteX285" fmla="*/ 8941244 w 9601200"/>
              <a:gd name="connsiteY285" fmla="*/ 3684822 h 4194894"/>
              <a:gd name="connsiteX286" fmla="*/ 8943834 w 9601200"/>
              <a:gd name="connsiteY286" fmla="*/ 3692794 h 4194894"/>
              <a:gd name="connsiteX287" fmla="*/ 8943834 w 9601200"/>
              <a:gd name="connsiteY287" fmla="*/ 3716828 h 4194894"/>
              <a:gd name="connsiteX288" fmla="*/ 8954820 w 9601200"/>
              <a:gd name="connsiteY288" fmla="*/ 3716828 h 4194894"/>
              <a:gd name="connsiteX289" fmla="*/ 8954820 w 9601200"/>
              <a:gd name="connsiteY289" fmla="*/ 3691301 h 4194894"/>
              <a:gd name="connsiteX290" fmla="*/ 8952662 w 9601200"/>
              <a:gd name="connsiteY290" fmla="*/ 3681209 h 4194894"/>
              <a:gd name="connsiteX291" fmla="*/ 8946659 w 9601200"/>
              <a:gd name="connsiteY291" fmla="*/ 3674847 h 4194894"/>
              <a:gd name="connsiteX292" fmla="*/ 8937869 w 9601200"/>
              <a:gd name="connsiteY292" fmla="*/ 3672687 h 4194894"/>
              <a:gd name="connsiteX293" fmla="*/ 8930022 w 9601200"/>
              <a:gd name="connsiteY293" fmla="*/ 3674298 h 4194894"/>
              <a:gd name="connsiteX294" fmla="*/ 8924372 w 9601200"/>
              <a:gd name="connsiteY294" fmla="*/ 3678735 h 4194894"/>
              <a:gd name="connsiteX295" fmla="*/ 8924372 w 9601200"/>
              <a:gd name="connsiteY295" fmla="*/ 3658707 h 4194894"/>
              <a:gd name="connsiteX296" fmla="*/ 8686393 w 9601200"/>
              <a:gd name="connsiteY296" fmla="*/ 3649867 h 4194894"/>
              <a:gd name="connsiteX297" fmla="*/ 8775707 w 9601200"/>
              <a:gd name="connsiteY297" fmla="*/ 3739256 h 4194894"/>
              <a:gd name="connsiteX298" fmla="*/ 8865022 w 9601200"/>
              <a:gd name="connsiteY298" fmla="*/ 3649867 h 4194894"/>
              <a:gd name="connsiteX299" fmla="*/ 8821608 w 9601200"/>
              <a:gd name="connsiteY299" fmla="*/ 3649867 h 4194894"/>
              <a:gd name="connsiteX300" fmla="*/ 8775707 w 9601200"/>
              <a:gd name="connsiteY300" fmla="*/ 3695806 h 4194894"/>
              <a:gd name="connsiteX301" fmla="*/ 8729806 w 9601200"/>
              <a:gd name="connsiteY301" fmla="*/ 3649867 h 4194894"/>
              <a:gd name="connsiteX302" fmla="*/ 9570620 w 9601200"/>
              <a:gd name="connsiteY302" fmla="*/ 1418878 h 4194894"/>
              <a:gd name="connsiteX303" fmla="*/ 9355781 w 9601200"/>
              <a:gd name="connsiteY303" fmla="*/ 1633717 h 4194894"/>
              <a:gd name="connsiteX304" fmla="*/ 9355781 w 9601200"/>
              <a:gd name="connsiteY304" fmla="*/ 1641337 h 4194894"/>
              <a:gd name="connsiteX305" fmla="*/ 9574430 w 9601200"/>
              <a:gd name="connsiteY305" fmla="*/ 1422688 h 4194894"/>
              <a:gd name="connsiteX306" fmla="*/ 9532520 w 9601200"/>
              <a:gd name="connsiteY306" fmla="*/ 1418878 h 4194894"/>
              <a:gd name="connsiteX307" fmla="*/ 9355781 w 9601200"/>
              <a:gd name="connsiteY307" fmla="*/ 1595617 h 4194894"/>
              <a:gd name="connsiteX308" fmla="*/ 9355781 w 9601200"/>
              <a:gd name="connsiteY308" fmla="*/ 1603237 h 4194894"/>
              <a:gd name="connsiteX309" fmla="*/ 9536330 w 9601200"/>
              <a:gd name="connsiteY309" fmla="*/ 1422688 h 4194894"/>
              <a:gd name="connsiteX310" fmla="*/ 9494420 w 9601200"/>
              <a:gd name="connsiteY310" fmla="*/ 1418878 h 4194894"/>
              <a:gd name="connsiteX311" fmla="*/ 9355781 w 9601200"/>
              <a:gd name="connsiteY311" fmla="*/ 1557517 h 4194894"/>
              <a:gd name="connsiteX312" fmla="*/ 9355781 w 9601200"/>
              <a:gd name="connsiteY312" fmla="*/ 1565137 h 4194894"/>
              <a:gd name="connsiteX313" fmla="*/ 9498230 w 9601200"/>
              <a:gd name="connsiteY313" fmla="*/ 1422688 h 4194894"/>
              <a:gd name="connsiteX314" fmla="*/ 9456320 w 9601200"/>
              <a:gd name="connsiteY314" fmla="*/ 1418878 h 4194894"/>
              <a:gd name="connsiteX315" fmla="*/ 9355781 w 9601200"/>
              <a:gd name="connsiteY315" fmla="*/ 1519417 h 4194894"/>
              <a:gd name="connsiteX316" fmla="*/ 9355781 w 9601200"/>
              <a:gd name="connsiteY316" fmla="*/ 1527037 h 4194894"/>
              <a:gd name="connsiteX317" fmla="*/ 9460130 w 9601200"/>
              <a:gd name="connsiteY317" fmla="*/ 1422688 h 4194894"/>
              <a:gd name="connsiteX318" fmla="*/ 9418220 w 9601200"/>
              <a:gd name="connsiteY318" fmla="*/ 1418878 h 4194894"/>
              <a:gd name="connsiteX319" fmla="*/ 9355781 w 9601200"/>
              <a:gd name="connsiteY319" fmla="*/ 1481317 h 4194894"/>
              <a:gd name="connsiteX320" fmla="*/ 9355781 w 9601200"/>
              <a:gd name="connsiteY320" fmla="*/ 1488937 h 4194894"/>
              <a:gd name="connsiteX321" fmla="*/ 9422030 w 9601200"/>
              <a:gd name="connsiteY321" fmla="*/ 1422688 h 4194894"/>
              <a:gd name="connsiteX322" fmla="*/ 9380120 w 9601200"/>
              <a:gd name="connsiteY322" fmla="*/ 1418878 h 4194894"/>
              <a:gd name="connsiteX323" fmla="*/ 9355781 w 9601200"/>
              <a:gd name="connsiteY323" fmla="*/ 1443217 h 4194894"/>
              <a:gd name="connsiteX324" fmla="*/ 9355781 w 9601200"/>
              <a:gd name="connsiteY324" fmla="*/ 1450837 h 4194894"/>
              <a:gd name="connsiteX325" fmla="*/ 9383930 w 9601200"/>
              <a:gd name="connsiteY325" fmla="*/ 1422688 h 4194894"/>
              <a:gd name="connsiteX326" fmla="*/ 0 w 9601200"/>
              <a:gd name="connsiteY326" fmla="*/ 0 h 4194894"/>
              <a:gd name="connsiteX327" fmla="*/ 3649813 w 9601200"/>
              <a:gd name="connsiteY327" fmla="*/ 0 h 4194894"/>
              <a:gd name="connsiteX328" fmla="*/ 5398520 w 9601200"/>
              <a:gd name="connsiteY328" fmla="*/ 0 h 4194894"/>
              <a:gd name="connsiteX329" fmla="*/ 5398520 w 9601200"/>
              <a:gd name="connsiteY329" fmla="*/ 1 h 4194894"/>
              <a:gd name="connsiteX330" fmla="*/ 9601199 w 9601200"/>
              <a:gd name="connsiteY330" fmla="*/ 1 h 4194894"/>
              <a:gd name="connsiteX331" fmla="*/ 9601199 w 9601200"/>
              <a:gd name="connsiteY331" fmla="*/ 0 h 4194894"/>
              <a:gd name="connsiteX332" fmla="*/ 9601200 w 9601200"/>
              <a:gd name="connsiteY332" fmla="*/ 0 h 4194894"/>
              <a:gd name="connsiteX333" fmla="*/ 9601200 w 9601200"/>
              <a:gd name="connsiteY333" fmla="*/ 1426398 h 4194894"/>
              <a:gd name="connsiteX334" fmla="*/ 9355781 w 9601200"/>
              <a:gd name="connsiteY334" fmla="*/ 1671817 h 4194894"/>
              <a:gd name="connsiteX335" fmla="*/ 9355781 w 9601200"/>
              <a:gd name="connsiteY335" fmla="*/ 1679437 h 4194894"/>
              <a:gd name="connsiteX336" fmla="*/ 9601200 w 9601200"/>
              <a:gd name="connsiteY336" fmla="*/ 1434018 h 4194894"/>
              <a:gd name="connsiteX337" fmla="*/ 9601200 w 9601200"/>
              <a:gd name="connsiteY337" fmla="*/ 1464498 h 4194894"/>
              <a:gd name="connsiteX338" fmla="*/ 9355781 w 9601200"/>
              <a:gd name="connsiteY338" fmla="*/ 1709917 h 4194894"/>
              <a:gd name="connsiteX339" fmla="*/ 9355781 w 9601200"/>
              <a:gd name="connsiteY339" fmla="*/ 1717537 h 4194894"/>
              <a:gd name="connsiteX340" fmla="*/ 9601200 w 9601200"/>
              <a:gd name="connsiteY340" fmla="*/ 1472118 h 4194894"/>
              <a:gd name="connsiteX341" fmla="*/ 9601200 w 9601200"/>
              <a:gd name="connsiteY341" fmla="*/ 1502598 h 4194894"/>
              <a:gd name="connsiteX342" fmla="*/ 9355781 w 9601200"/>
              <a:gd name="connsiteY342" fmla="*/ 1748017 h 4194894"/>
              <a:gd name="connsiteX343" fmla="*/ 9355781 w 9601200"/>
              <a:gd name="connsiteY343" fmla="*/ 1755638 h 4194894"/>
              <a:gd name="connsiteX344" fmla="*/ 9601200 w 9601200"/>
              <a:gd name="connsiteY344" fmla="*/ 1510219 h 4194894"/>
              <a:gd name="connsiteX345" fmla="*/ 9601200 w 9601200"/>
              <a:gd name="connsiteY345" fmla="*/ 1540699 h 4194894"/>
              <a:gd name="connsiteX346" fmla="*/ 9355781 w 9601200"/>
              <a:gd name="connsiteY346" fmla="*/ 1786118 h 4194894"/>
              <a:gd name="connsiteX347" fmla="*/ 9355781 w 9601200"/>
              <a:gd name="connsiteY347" fmla="*/ 1793737 h 4194894"/>
              <a:gd name="connsiteX348" fmla="*/ 9601200 w 9601200"/>
              <a:gd name="connsiteY348" fmla="*/ 1548318 h 4194894"/>
              <a:gd name="connsiteX349" fmla="*/ 9601200 w 9601200"/>
              <a:gd name="connsiteY349" fmla="*/ 1578799 h 4194894"/>
              <a:gd name="connsiteX350" fmla="*/ 9355781 w 9601200"/>
              <a:gd name="connsiteY350" fmla="*/ 1824218 h 4194894"/>
              <a:gd name="connsiteX351" fmla="*/ 9355781 w 9601200"/>
              <a:gd name="connsiteY351" fmla="*/ 1831837 h 4194894"/>
              <a:gd name="connsiteX352" fmla="*/ 9601200 w 9601200"/>
              <a:gd name="connsiteY352" fmla="*/ 1586418 h 4194894"/>
              <a:gd name="connsiteX353" fmla="*/ 9601200 w 9601200"/>
              <a:gd name="connsiteY353" fmla="*/ 1616898 h 4194894"/>
              <a:gd name="connsiteX354" fmla="*/ 9355781 w 9601200"/>
              <a:gd name="connsiteY354" fmla="*/ 1862317 h 4194894"/>
              <a:gd name="connsiteX355" fmla="*/ 9355781 w 9601200"/>
              <a:gd name="connsiteY355" fmla="*/ 1869937 h 4194894"/>
              <a:gd name="connsiteX356" fmla="*/ 9601200 w 9601200"/>
              <a:gd name="connsiteY356" fmla="*/ 1624518 h 4194894"/>
              <a:gd name="connsiteX357" fmla="*/ 9601200 w 9601200"/>
              <a:gd name="connsiteY357" fmla="*/ 1654998 h 4194894"/>
              <a:gd name="connsiteX358" fmla="*/ 9355781 w 9601200"/>
              <a:gd name="connsiteY358" fmla="*/ 1900417 h 4194894"/>
              <a:gd name="connsiteX359" fmla="*/ 9355781 w 9601200"/>
              <a:gd name="connsiteY359" fmla="*/ 1908037 h 4194894"/>
              <a:gd name="connsiteX360" fmla="*/ 9601200 w 9601200"/>
              <a:gd name="connsiteY360" fmla="*/ 1662618 h 4194894"/>
              <a:gd name="connsiteX361" fmla="*/ 9601200 w 9601200"/>
              <a:gd name="connsiteY361" fmla="*/ 1693098 h 4194894"/>
              <a:gd name="connsiteX362" fmla="*/ 9355781 w 9601200"/>
              <a:gd name="connsiteY362" fmla="*/ 1938517 h 4194894"/>
              <a:gd name="connsiteX363" fmla="*/ 9355781 w 9601200"/>
              <a:gd name="connsiteY363" fmla="*/ 1946138 h 4194894"/>
              <a:gd name="connsiteX364" fmla="*/ 9601200 w 9601200"/>
              <a:gd name="connsiteY364" fmla="*/ 1700719 h 4194894"/>
              <a:gd name="connsiteX365" fmla="*/ 9601200 w 9601200"/>
              <a:gd name="connsiteY365" fmla="*/ 1731198 h 4194894"/>
              <a:gd name="connsiteX366" fmla="*/ 9355781 w 9601200"/>
              <a:gd name="connsiteY366" fmla="*/ 1976617 h 4194894"/>
              <a:gd name="connsiteX367" fmla="*/ 9355781 w 9601200"/>
              <a:gd name="connsiteY367" fmla="*/ 1984238 h 4194894"/>
              <a:gd name="connsiteX368" fmla="*/ 9601200 w 9601200"/>
              <a:gd name="connsiteY368" fmla="*/ 1738819 h 4194894"/>
              <a:gd name="connsiteX369" fmla="*/ 9601200 w 9601200"/>
              <a:gd name="connsiteY369" fmla="*/ 1769299 h 4194894"/>
              <a:gd name="connsiteX370" fmla="*/ 9355781 w 9601200"/>
              <a:gd name="connsiteY370" fmla="*/ 2014718 h 4194894"/>
              <a:gd name="connsiteX371" fmla="*/ 9355781 w 9601200"/>
              <a:gd name="connsiteY371" fmla="*/ 2022337 h 4194894"/>
              <a:gd name="connsiteX372" fmla="*/ 9601200 w 9601200"/>
              <a:gd name="connsiteY372" fmla="*/ 1776918 h 4194894"/>
              <a:gd name="connsiteX373" fmla="*/ 9601200 w 9601200"/>
              <a:gd name="connsiteY373" fmla="*/ 1807399 h 4194894"/>
              <a:gd name="connsiteX374" fmla="*/ 9355781 w 9601200"/>
              <a:gd name="connsiteY374" fmla="*/ 2052818 h 4194894"/>
              <a:gd name="connsiteX375" fmla="*/ 9355781 w 9601200"/>
              <a:gd name="connsiteY375" fmla="*/ 2060437 h 4194894"/>
              <a:gd name="connsiteX376" fmla="*/ 9601200 w 9601200"/>
              <a:gd name="connsiteY376" fmla="*/ 1815018 h 4194894"/>
              <a:gd name="connsiteX377" fmla="*/ 9601200 w 9601200"/>
              <a:gd name="connsiteY377" fmla="*/ 1845498 h 4194894"/>
              <a:gd name="connsiteX378" fmla="*/ 9355781 w 9601200"/>
              <a:gd name="connsiteY378" fmla="*/ 2090917 h 4194894"/>
              <a:gd name="connsiteX379" fmla="*/ 9355781 w 9601200"/>
              <a:gd name="connsiteY379" fmla="*/ 2098537 h 4194894"/>
              <a:gd name="connsiteX380" fmla="*/ 9601200 w 9601200"/>
              <a:gd name="connsiteY380" fmla="*/ 1853118 h 4194894"/>
              <a:gd name="connsiteX381" fmla="*/ 9601200 w 9601200"/>
              <a:gd name="connsiteY381" fmla="*/ 1883598 h 4194894"/>
              <a:gd name="connsiteX382" fmla="*/ 9355781 w 9601200"/>
              <a:gd name="connsiteY382" fmla="*/ 2129017 h 4194894"/>
              <a:gd name="connsiteX383" fmla="*/ 9355781 w 9601200"/>
              <a:gd name="connsiteY383" fmla="*/ 2136637 h 4194894"/>
              <a:gd name="connsiteX384" fmla="*/ 9601200 w 9601200"/>
              <a:gd name="connsiteY384" fmla="*/ 1891218 h 4194894"/>
              <a:gd name="connsiteX385" fmla="*/ 9601200 w 9601200"/>
              <a:gd name="connsiteY385" fmla="*/ 1921698 h 4194894"/>
              <a:gd name="connsiteX386" fmla="*/ 9355781 w 9601200"/>
              <a:gd name="connsiteY386" fmla="*/ 2167117 h 4194894"/>
              <a:gd name="connsiteX387" fmla="*/ 9355781 w 9601200"/>
              <a:gd name="connsiteY387" fmla="*/ 2174737 h 4194894"/>
              <a:gd name="connsiteX388" fmla="*/ 9601200 w 9601200"/>
              <a:gd name="connsiteY388" fmla="*/ 1929318 h 4194894"/>
              <a:gd name="connsiteX389" fmla="*/ 9601200 w 9601200"/>
              <a:gd name="connsiteY389" fmla="*/ 1959798 h 4194894"/>
              <a:gd name="connsiteX390" fmla="*/ 9355781 w 9601200"/>
              <a:gd name="connsiteY390" fmla="*/ 2205217 h 4194894"/>
              <a:gd name="connsiteX391" fmla="*/ 9355781 w 9601200"/>
              <a:gd name="connsiteY391" fmla="*/ 2212838 h 4194894"/>
              <a:gd name="connsiteX392" fmla="*/ 9601200 w 9601200"/>
              <a:gd name="connsiteY392" fmla="*/ 1967419 h 4194894"/>
              <a:gd name="connsiteX393" fmla="*/ 9601200 w 9601200"/>
              <a:gd name="connsiteY393" fmla="*/ 1997898 h 4194894"/>
              <a:gd name="connsiteX394" fmla="*/ 9355781 w 9601200"/>
              <a:gd name="connsiteY394" fmla="*/ 2243317 h 4194894"/>
              <a:gd name="connsiteX395" fmla="*/ 9355781 w 9601200"/>
              <a:gd name="connsiteY395" fmla="*/ 2250937 h 4194894"/>
              <a:gd name="connsiteX396" fmla="*/ 9601200 w 9601200"/>
              <a:gd name="connsiteY396" fmla="*/ 2005518 h 4194894"/>
              <a:gd name="connsiteX397" fmla="*/ 9601200 w 9601200"/>
              <a:gd name="connsiteY397" fmla="*/ 2035999 h 4194894"/>
              <a:gd name="connsiteX398" fmla="*/ 9355781 w 9601200"/>
              <a:gd name="connsiteY398" fmla="*/ 2281418 h 4194894"/>
              <a:gd name="connsiteX399" fmla="*/ 9355781 w 9601200"/>
              <a:gd name="connsiteY399" fmla="*/ 2289037 h 4194894"/>
              <a:gd name="connsiteX400" fmla="*/ 9601200 w 9601200"/>
              <a:gd name="connsiteY400" fmla="*/ 2043618 h 4194894"/>
              <a:gd name="connsiteX401" fmla="*/ 9601200 w 9601200"/>
              <a:gd name="connsiteY401" fmla="*/ 2074098 h 4194894"/>
              <a:gd name="connsiteX402" fmla="*/ 9355781 w 9601200"/>
              <a:gd name="connsiteY402" fmla="*/ 2319517 h 4194894"/>
              <a:gd name="connsiteX403" fmla="*/ 9355781 w 9601200"/>
              <a:gd name="connsiteY403" fmla="*/ 2327137 h 4194894"/>
              <a:gd name="connsiteX404" fmla="*/ 9601200 w 9601200"/>
              <a:gd name="connsiteY404" fmla="*/ 2081718 h 4194894"/>
              <a:gd name="connsiteX405" fmla="*/ 9601200 w 9601200"/>
              <a:gd name="connsiteY405" fmla="*/ 2112198 h 4194894"/>
              <a:gd name="connsiteX406" fmla="*/ 9355781 w 9601200"/>
              <a:gd name="connsiteY406" fmla="*/ 2357617 h 4194894"/>
              <a:gd name="connsiteX407" fmla="*/ 9355781 w 9601200"/>
              <a:gd name="connsiteY407" fmla="*/ 2365237 h 4194894"/>
              <a:gd name="connsiteX408" fmla="*/ 9601200 w 9601200"/>
              <a:gd name="connsiteY408" fmla="*/ 2119818 h 4194894"/>
              <a:gd name="connsiteX409" fmla="*/ 9601200 w 9601200"/>
              <a:gd name="connsiteY409" fmla="*/ 2150298 h 4194894"/>
              <a:gd name="connsiteX410" fmla="*/ 9355781 w 9601200"/>
              <a:gd name="connsiteY410" fmla="*/ 2395717 h 4194894"/>
              <a:gd name="connsiteX411" fmla="*/ 9355781 w 9601200"/>
              <a:gd name="connsiteY411" fmla="*/ 2403337 h 4194894"/>
              <a:gd name="connsiteX412" fmla="*/ 9601200 w 9601200"/>
              <a:gd name="connsiteY412" fmla="*/ 2157918 h 4194894"/>
              <a:gd name="connsiteX413" fmla="*/ 9601200 w 9601200"/>
              <a:gd name="connsiteY413" fmla="*/ 2188398 h 4194894"/>
              <a:gd name="connsiteX414" fmla="*/ 9355781 w 9601200"/>
              <a:gd name="connsiteY414" fmla="*/ 2433817 h 4194894"/>
              <a:gd name="connsiteX415" fmla="*/ 9355781 w 9601200"/>
              <a:gd name="connsiteY415" fmla="*/ 2441438 h 4194894"/>
              <a:gd name="connsiteX416" fmla="*/ 9601200 w 9601200"/>
              <a:gd name="connsiteY416" fmla="*/ 2196019 h 4194894"/>
              <a:gd name="connsiteX417" fmla="*/ 9601200 w 9601200"/>
              <a:gd name="connsiteY417" fmla="*/ 2226498 h 4194894"/>
              <a:gd name="connsiteX418" fmla="*/ 9355781 w 9601200"/>
              <a:gd name="connsiteY418" fmla="*/ 2471917 h 4194894"/>
              <a:gd name="connsiteX419" fmla="*/ 9355781 w 9601200"/>
              <a:gd name="connsiteY419" fmla="*/ 2479538 h 4194894"/>
              <a:gd name="connsiteX420" fmla="*/ 9601200 w 9601200"/>
              <a:gd name="connsiteY420" fmla="*/ 2234119 h 4194894"/>
              <a:gd name="connsiteX421" fmla="*/ 9601200 w 9601200"/>
              <a:gd name="connsiteY421" fmla="*/ 2264599 h 4194894"/>
              <a:gd name="connsiteX422" fmla="*/ 9355781 w 9601200"/>
              <a:gd name="connsiteY422" fmla="*/ 2510018 h 4194894"/>
              <a:gd name="connsiteX423" fmla="*/ 9355781 w 9601200"/>
              <a:gd name="connsiteY423" fmla="*/ 2517637 h 4194894"/>
              <a:gd name="connsiteX424" fmla="*/ 9601200 w 9601200"/>
              <a:gd name="connsiteY424" fmla="*/ 2272218 h 4194894"/>
              <a:gd name="connsiteX425" fmla="*/ 9601200 w 9601200"/>
              <a:gd name="connsiteY425" fmla="*/ 2302699 h 4194894"/>
              <a:gd name="connsiteX426" fmla="*/ 9355781 w 9601200"/>
              <a:gd name="connsiteY426" fmla="*/ 2548118 h 4194894"/>
              <a:gd name="connsiteX427" fmla="*/ 9355781 w 9601200"/>
              <a:gd name="connsiteY427" fmla="*/ 2555737 h 4194894"/>
              <a:gd name="connsiteX428" fmla="*/ 9601200 w 9601200"/>
              <a:gd name="connsiteY428" fmla="*/ 2310318 h 4194894"/>
              <a:gd name="connsiteX429" fmla="*/ 9601200 w 9601200"/>
              <a:gd name="connsiteY429" fmla="*/ 2340798 h 4194894"/>
              <a:gd name="connsiteX430" fmla="*/ 9355781 w 9601200"/>
              <a:gd name="connsiteY430" fmla="*/ 2586217 h 4194894"/>
              <a:gd name="connsiteX431" fmla="*/ 9355781 w 9601200"/>
              <a:gd name="connsiteY431" fmla="*/ 2593837 h 4194894"/>
              <a:gd name="connsiteX432" fmla="*/ 9601200 w 9601200"/>
              <a:gd name="connsiteY432" fmla="*/ 2348418 h 4194894"/>
              <a:gd name="connsiteX433" fmla="*/ 9601200 w 9601200"/>
              <a:gd name="connsiteY433" fmla="*/ 2378898 h 4194894"/>
              <a:gd name="connsiteX434" fmla="*/ 9355781 w 9601200"/>
              <a:gd name="connsiteY434" fmla="*/ 2624317 h 4194894"/>
              <a:gd name="connsiteX435" fmla="*/ 9355781 w 9601200"/>
              <a:gd name="connsiteY435" fmla="*/ 2631937 h 4194894"/>
              <a:gd name="connsiteX436" fmla="*/ 9601200 w 9601200"/>
              <a:gd name="connsiteY436" fmla="*/ 2386518 h 4194894"/>
              <a:gd name="connsiteX437" fmla="*/ 9601200 w 9601200"/>
              <a:gd name="connsiteY437" fmla="*/ 2416998 h 4194894"/>
              <a:gd name="connsiteX438" fmla="*/ 9355781 w 9601200"/>
              <a:gd name="connsiteY438" fmla="*/ 2662417 h 4194894"/>
              <a:gd name="connsiteX439" fmla="*/ 9355781 w 9601200"/>
              <a:gd name="connsiteY439" fmla="*/ 2670038 h 4194894"/>
              <a:gd name="connsiteX440" fmla="*/ 9601200 w 9601200"/>
              <a:gd name="connsiteY440" fmla="*/ 2424619 h 4194894"/>
              <a:gd name="connsiteX441" fmla="*/ 9601200 w 9601200"/>
              <a:gd name="connsiteY441" fmla="*/ 2455098 h 4194894"/>
              <a:gd name="connsiteX442" fmla="*/ 9355781 w 9601200"/>
              <a:gd name="connsiteY442" fmla="*/ 2700517 h 4194894"/>
              <a:gd name="connsiteX443" fmla="*/ 9355781 w 9601200"/>
              <a:gd name="connsiteY443" fmla="*/ 2708138 h 4194894"/>
              <a:gd name="connsiteX444" fmla="*/ 9601200 w 9601200"/>
              <a:gd name="connsiteY444" fmla="*/ 2462719 h 4194894"/>
              <a:gd name="connsiteX445" fmla="*/ 9601200 w 9601200"/>
              <a:gd name="connsiteY445" fmla="*/ 2493199 h 4194894"/>
              <a:gd name="connsiteX446" fmla="*/ 9355781 w 9601200"/>
              <a:gd name="connsiteY446" fmla="*/ 2738618 h 4194894"/>
              <a:gd name="connsiteX447" fmla="*/ 9355781 w 9601200"/>
              <a:gd name="connsiteY447" fmla="*/ 2746237 h 4194894"/>
              <a:gd name="connsiteX448" fmla="*/ 9601200 w 9601200"/>
              <a:gd name="connsiteY448" fmla="*/ 2500818 h 4194894"/>
              <a:gd name="connsiteX449" fmla="*/ 9601200 w 9601200"/>
              <a:gd name="connsiteY449" fmla="*/ 2531299 h 4194894"/>
              <a:gd name="connsiteX450" fmla="*/ 9355781 w 9601200"/>
              <a:gd name="connsiteY450" fmla="*/ 2776718 h 4194894"/>
              <a:gd name="connsiteX451" fmla="*/ 9355781 w 9601200"/>
              <a:gd name="connsiteY451" fmla="*/ 2784337 h 4194894"/>
              <a:gd name="connsiteX452" fmla="*/ 9601200 w 9601200"/>
              <a:gd name="connsiteY452" fmla="*/ 2538918 h 4194894"/>
              <a:gd name="connsiteX453" fmla="*/ 9601200 w 9601200"/>
              <a:gd name="connsiteY453" fmla="*/ 2569398 h 4194894"/>
              <a:gd name="connsiteX454" fmla="*/ 9355781 w 9601200"/>
              <a:gd name="connsiteY454" fmla="*/ 2814817 h 4194894"/>
              <a:gd name="connsiteX455" fmla="*/ 9355781 w 9601200"/>
              <a:gd name="connsiteY455" fmla="*/ 2822437 h 4194894"/>
              <a:gd name="connsiteX456" fmla="*/ 9601200 w 9601200"/>
              <a:gd name="connsiteY456" fmla="*/ 2577018 h 4194894"/>
              <a:gd name="connsiteX457" fmla="*/ 9601200 w 9601200"/>
              <a:gd name="connsiteY457" fmla="*/ 2607498 h 4194894"/>
              <a:gd name="connsiteX458" fmla="*/ 9355781 w 9601200"/>
              <a:gd name="connsiteY458" fmla="*/ 2852917 h 4194894"/>
              <a:gd name="connsiteX459" fmla="*/ 9355781 w 9601200"/>
              <a:gd name="connsiteY459" fmla="*/ 2860537 h 4194894"/>
              <a:gd name="connsiteX460" fmla="*/ 9601200 w 9601200"/>
              <a:gd name="connsiteY460" fmla="*/ 2615118 h 4194894"/>
              <a:gd name="connsiteX461" fmla="*/ 9601200 w 9601200"/>
              <a:gd name="connsiteY461" fmla="*/ 2645598 h 4194894"/>
              <a:gd name="connsiteX462" fmla="*/ 9355781 w 9601200"/>
              <a:gd name="connsiteY462" fmla="*/ 2891017 h 4194894"/>
              <a:gd name="connsiteX463" fmla="*/ 9355781 w 9601200"/>
              <a:gd name="connsiteY463" fmla="*/ 2898637 h 4194894"/>
              <a:gd name="connsiteX464" fmla="*/ 9601200 w 9601200"/>
              <a:gd name="connsiteY464" fmla="*/ 2653218 h 4194894"/>
              <a:gd name="connsiteX465" fmla="*/ 9601200 w 9601200"/>
              <a:gd name="connsiteY465" fmla="*/ 2683698 h 4194894"/>
              <a:gd name="connsiteX466" fmla="*/ 9355781 w 9601200"/>
              <a:gd name="connsiteY466" fmla="*/ 2929117 h 4194894"/>
              <a:gd name="connsiteX467" fmla="*/ 9355781 w 9601200"/>
              <a:gd name="connsiteY467" fmla="*/ 2936738 h 4194894"/>
              <a:gd name="connsiteX468" fmla="*/ 9601200 w 9601200"/>
              <a:gd name="connsiteY468" fmla="*/ 2691319 h 4194894"/>
              <a:gd name="connsiteX469" fmla="*/ 9601200 w 9601200"/>
              <a:gd name="connsiteY469" fmla="*/ 2721798 h 4194894"/>
              <a:gd name="connsiteX470" fmla="*/ 9355781 w 9601200"/>
              <a:gd name="connsiteY470" fmla="*/ 2967217 h 4194894"/>
              <a:gd name="connsiteX471" fmla="*/ 9355781 w 9601200"/>
              <a:gd name="connsiteY471" fmla="*/ 2974837 h 4194894"/>
              <a:gd name="connsiteX472" fmla="*/ 9601200 w 9601200"/>
              <a:gd name="connsiteY472" fmla="*/ 2729418 h 4194894"/>
              <a:gd name="connsiteX473" fmla="*/ 9601200 w 9601200"/>
              <a:gd name="connsiteY473" fmla="*/ 2759899 h 4194894"/>
              <a:gd name="connsiteX474" fmla="*/ 9355781 w 9601200"/>
              <a:gd name="connsiteY474" fmla="*/ 3005318 h 4194894"/>
              <a:gd name="connsiteX475" fmla="*/ 9355781 w 9601200"/>
              <a:gd name="connsiteY475" fmla="*/ 3012937 h 4194894"/>
              <a:gd name="connsiteX476" fmla="*/ 9601200 w 9601200"/>
              <a:gd name="connsiteY476" fmla="*/ 2767518 h 4194894"/>
              <a:gd name="connsiteX477" fmla="*/ 9601200 w 9601200"/>
              <a:gd name="connsiteY477" fmla="*/ 2797998 h 4194894"/>
              <a:gd name="connsiteX478" fmla="*/ 9355781 w 9601200"/>
              <a:gd name="connsiteY478" fmla="*/ 3043417 h 4194894"/>
              <a:gd name="connsiteX479" fmla="*/ 9355781 w 9601200"/>
              <a:gd name="connsiteY479" fmla="*/ 3051037 h 4194894"/>
              <a:gd name="connsiteX480" fmla="*/ 9601200 w 9601200"/>
              <a:gd name="connsiteY480" fmla="*/ 2805618 h 4194894"/>
              <a:gd name="connsiteX481" fmla="*/ 9601200 w 9601200"/>
              <a:gd name="connsiteY481" fmla="*/ 2836098 h 4194894"/>
              <a:gd name="connsiteX482" fmla="*/ 9355781 w 9601200"/>
              <a:gd name="connsiteY482" fmla="*/ 3081517 h 4194894"/>
              <a:gd name="connsiteX483" fmla="*/ 9355781 w 9601200"/>
              <a:gd name="connsiteY483" fmla="*/ 3089137 h 4194894"/>
              <a:gd name="connsiteX484" fmla="*/ 9601200 w 9601200"/>
              <a:gd name="connsiteY484" fmla="*/ 2843718 h 4194894"/>
              <a:gd name="connsiteX485" fmla="*/ 9601200 w 9601200"/>
              <a:gd name="connsiteY485" fmla="*/ 2875151 h 4194894"/>
              <a:gd name="connsiteX486" fmla="*/ 9355781 w 9601200"/>
              <a:gd name="connsiteY486" fmla="*/ 3120570 h 4194894"/>
              <a:gd name="connsiteX487" fmla="*/ 9355781 w 9601200"/>
              <a:gd name="connsiteY487" fmla="*/ 3128190 h 4194894"/>
              <a:gd name="connsiteX488" fmla="*/ 9601200 w 9601200"/>
              <a:gd name="connsiteY488" fmla="*/ 2882771 h 4194894"/>
              <a:gd name="connsiteX489" fmla="*/ 9601200 w 9601200"/>
              <a:gd name="connsiteY489" fmla="*/ 2913250 h 4194894"/>
              <a:gd name="connsiteX490" fmla="*/ 9355781 w 9601200"/>
              <a:gd name="connsiteY490" fmla="*/ 3158669 h 4194894"/>
              <a:gd name="connsiteX491" fmla="*/ 9355781 w 9601200"/>
              <a:gd name="connsiteY491" fmla="*/ 3166289 h 4194894"/>
              <a:gd name="connsiteX492" fmla="*/ 9601200 w 9601200"/>
              <a:gd name="connsiteY492" fmla="*/ 2920870 h 4194894"/>
              <a:gd name="connsiteX493" fmla="*/ 9601200 w 9601200"/>
              <a:gd name="connsiteY493" fmla="*/ 2951351 h 4194894"/>
              <a:gd name="connsiteX494" fmla="*/ 9355781 w 9601200"/>
              <a:gd name="connsiteY494" fmla="*/ 3196770 h 4194894"/>
              <a:gd name="connsiteX495" fmla="*/ 9355781 w 9601200"/>
              <a:gd name="connsiteY495" fmla="*/ 3204389 h 4194894"/>
              <a:gd name="connsiteX496" fmla="*/ 9601200 w 9601200"/>
              <a:gd name="connsiteY496" fmla="*/ 2958970 h 4194894"/>
              <a:gd name="connsiteX497" fmla="*/ 9601200 w 9601200"/>
              <a:gd name="connsiteY497" fmla="*/ 2989450 h 4194894"/>
              <a:gd name="connsiteX498" fmla="*/ 9355781 w 9601200"/>
              <a:gd name="connsiteY498" fmla="*/ 3234869 h 4194894"/>
              <a:gd name="connsiteX499" fmla="*/ 9355781 w 9601200"/>
              <a:gd name="connsiteY499" fmla="*/ 3242489 h 4194894"/>
              <a:gd name="connsiteX500" fmla="*/ 9601200 w 9601200"/>
              <a:gd name="connsiteY500" fmla="*/ 2997070 h 4194894"/>
              <a:gd name="connsiteX501" fmla="*/ 9601200 w 9601200"/>
              <a:gd name="connsiteY501" fmla="*/ 3027550 h 4194894"/>
              <a:gd name="connsiteX502" fmla="*/ 9355781 w 9601200"/>
              <a:gd name="connsiteY502" fmla="*/ 3272969 h 4194894"/>
              <a:gd name="connsiteX503" fmla="*/ 9355781 w 9601200"/>
              <a:gd name="connsiteY503" fmla="*/ 3280589 h 4194894"/>
              <a:gd name="connsiteX504" fmla="*/ 9601200 w 9601200"/>
              <a:gd name="connsiteY504" fmla="*/ 3035170 h 4194894"/>
              <a:gd name="connsiteX505" fmla="*/ 9601200 w 9601200"/>
              <a:gd name="connsiteY505" fmla="*/ 3065650 h 4194894"/>
              <a:gd name="connsiteX506" fmla="*/ 9355781 w 9601200"/>
              <a:gd name="connsiteY506" fmla="*/ 3311069 h 4194894"/>
              <a:gd name="connsiteX507" fmla="*/ 9355781 w 9601200"/>
              <a:gd name="connsiteY507" fmla="*/ 3318689 h 4194894"/>
              <a:gd name="connsiteX508" fmla="*/ 9601200 w 9601200"/>
              <a:gd name="connsiteY508" fmla="*/ 3073270 h 4194894"/>
              <a:gd name="connsiteX509" fmla="*/ 9601200 w 9601200"/>
              <a:gd name="connsiteY509" fmla="*/ 3103750 h 4194894"/>
              <a:gd name="connsiteX510" fmla="*/ 9355781 w 9601200"/>
              <a:gd name="connsiteY510" fmla="*/ 3349169 h 4194894"/>
              <a:gd name="connsiteX511" fmla="*/ 9355781 w 9601200"/>
              <a:gd name="connsiteY511" fmla="*/ 3356790 h 4194894"/>
              <a:gd name="connsiteX512" fmla="*/ 9601200 w 9601200"/>
              <a:gd name="connsiteY512" fmla="*/ 3111371 h 4194894"/>
              <a:gd name="connsiteX513" fmla="*/ 9601200 w 9601200"/>
              <a:gd name="connsiteY513" fmla="*/ 3141850 h 4194894"/>
              <a:gd name="connsiteX514" fmla="*/ 9355781 w 9601200"/>
              <a:gd name="connsiteY514" fmla="*/ 3387269 h 4194894"/>
              <a:gd name="connsiteX515" fmla="*/ 9355781 w 9601200"/>
              <a:gd name="connsiteY515" fmla="*/ 3394890 h 4194894"/>
              <a:gd name="connsiteX516" fmla="*/ 9601200 w 9601200"/>
              <a:gd name="connsiteY516" fmla="*/ 3149471 h 4194894"/>
              <a:gd name="connsiteX517" fmla="*/ 9601200 w 9601200"/>
              <a:gd name="connsiteY517" fmla="*/ 3179951 h 4194894"/>
              <a:gd name="connsiteX518" fmla="*/ 9379518 w 9601200"/>
              <a:gd name="connsiteY518" fmla="*/ 3401633 h 4194894"/>
              <a:gd name="connsiteX519" fmla="*/ 9387137 w 9601200"/>
              <a:gd name="connsiteY519" fmla="*/ 3401633 h 4194894"/>
              <a:gd name="connsiteX520" fmla="*/ 9601200 w 9601200"/>
              <a:gd name="connsiteY520" fmla="*/ 3187570 h 4194894"/>
              <a:gd name="connsiteX521" fmla="*/ 9601200 w 9601200"/>
              <a:gd name="connsiteY521" fmla="*/ 3218051 h 4194894"/>
              <a:gd name="connsiteX522" fmla="*/ 9417618 w 9601200"/>
              <a:gd name="connsiteY522" fmla="*/ 3401633 h 4194894"/>
              <a:gd name="connsiteX523" fmla="*/ 9425237 w 9601200"/>
              <a:gd name="connsiteY523" fmla="*/ 3401633 h 4194894"/>
              <a:gd name="connsiteX524" fmla="*/ 9601200 w 9601200"/>
              <a:gd name="connsiteY524" fmla="*/ 3225670 h 4194894"/>
              <a:gd name="connsiteX525" fmla="*/ 9601200 w 9601200"/>
              <a:gd name="connsiteY525" fmla="*/ 3256150 h 4194894"/>
              <a:gd name="connsiteX526" fmla="*/ 9455717 w 9601200"/>
              <a:gd name="connsiteY526" fmla="*/ 3401633 h 4194894"/>
              <a:gd name="connsiteX527" fmla="*/ 9463337 w 9601200"/>
              <a:gd name="connsiteY527" fmla="*/ 3401633 h 4194894"/>
              <a:gd name="connsiteX528" fmla="*/ 9601200 w 9601200"/>
              <a:gd name="connsiteY528" fmla="*/ 3263770 h 4194894"/>
              <a:gd name="connsiteX529" fmla="*/ 9601200 w 9601200"/>
              <a:gd name="connsiteY529" fmla="*/ 3294250 h 4194894"/>
              <a:gd name="connsiteX530" fmla="*/ 9493817 w 9601200"/>
              <a:gd name="connsiteY530" fmla="*/ 3401633 h 4194894"/>
              <a:gd name="connsiteX531" fmla="*/ 9501437 w 9601200"/>
              <a:gd name="connsiteY531" fmla="*/ 3401633 h 4194894"/>
              <a:gd name="connsiteX532" fmla="*/ 9601200 w 9601200"/>
              <a:gd name="connsiteY532" fmla="*/ 3301870 h 4194894"/>
              <a:gd name="connsiteX533" fmla="*/ 9601200 w 9601200"/>
              <a:gd name="connsiteY533" fmla="*/ 3332350 h 4194894"/>
              <a:gd name="connsiteX534" fmla="*/ 9531917 w 9601200"/>
              <a:gd name="connsiteY534" fmla="*/ 3401633 h 4194894"/>
              <a:gd name="connsiteX535" fmla="*/ 9539538 w 9601200"/>
              <a:gd name="connsiteY535" fmla="*/ 3401633 h 4194894"/>
              <a:gd name="connsiteX536" fmla="*/ 9601200 w 9601200"/>
              <a:gd name="connsiteY536" fmla="*/ 3339971 h 4194894"/>
              <a:gd name="connsiteX537" fmla="*/ 9601200 w 9601200"/>
              <a:gd name="connsiteY537" fmla="*/ 3370450 h 4194894"/>
              <a:gd name="connsiteX538" fmla="*/ 9570017 w 9601200"/>
              <a:gd name="connsiteY538" fmla="*/ 3401633 h 4194894"/>
              <a:gd name="connsiteX539" fmla="*/ 9577638 w 9601200"/>
              <a:gd name="connsiteY539" fmla="*/ 3401633 h 4194894"/>
              <a:gd name="connsiteX540" fmla="*/ 9601200 w 9601200"/>
              <a:gd name="connsiteY540" fmla="*/ 3378071 h 4194894"/>
              <a:gd name="connsiteX541" fmla="*/ 9601200 w 9601200"/>
              <a:gd name="connsiteY541" fmla="*/ 4194894 h 4194894"/>
              <a:gd name="connsiteX542" fmla="*/ 4291693 w 9601200"/>
              <a:gd name="connsiteY542" fmla="*/ 4194894 h 4194894"/>
              <a:gd name="connsiteX543" fmla="*/ 4291693 w 9601200"/>
              <a:gd name="connsiteY543" fmla="*/ 4194893 h 4194894"/>
              <a:gd name="connsiteX544" fmla="*/ 0 w 9601200"/>
              <a:gd name="connsiteY544"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Lst>
            <a:rect l="l" t="t" r="r" b="b"/>
            <a:pathLst>
              <a:path w="9601200"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9570620" y="1418878"/>
                </a:moveTo>
                <a:lnTo>
                  <a:pt x="9355781" y="1633717"/>
                </a:lnTo>
                <a:lnTo>
                  <a:pt x="9355781" y="1641337"/>
                </a:lnTo>
                <a:lnTo>
                  <a:pt x="9574430" y="1422688"/>
                </a:lnTo>
                <a:close/>
                <a:moveTo>
                  <a:pt x="9532520" y="1418878"/>
                </a:moveTo>
                <a:lnTo>
                  <a:pt x="9355781" y="1595617"/>
                </a:lnTo>
                <a:lnTo>
                  <a:pt x="9355781" y="1603237"/>
                </a:lnTo>
                <a:lnTo>
                  <a:pt x="9536330" y="1422688"/>
                </a:lnTo>
                <a:close/>
                <a:moveTo>
                  <a:pt x="9494420" y="1418878"/>
                </a:moveTo>
                <a:lnTo>
                  <a:pt x="9355781" y="1557517"/>
                </a:lnTo>
                <a:lnTo>
                  <a:pt x="9355781" y="1565137"/>
                </a:lnTo>
                <a:lnTo>
                  <a:pt x="9498230" y="1422688"/>
                </a:lnTo>
                <a:close/>
                <a:moveTo>
                  <a:pt x="9456320" y="1418878"/>
                </a:moveTo>
                <a:lnTo>
                  <a:pt x="9355781" y="1519417"/>
                </a:lnTo>
                <a:lnTo>
                  <a:pt x="9355781" y="1527037"/>
                </a:lnTo>
                <a:lnTo>
                  <a:pt x="9460130" y="1422688"/>
                </a:lnTo>
                <a:close/>
                <a:moveTo>
                  <a:pt x="9418220" y="1418878"/>
                </a:moveTo>
                <a:lnTo>
                  <a:pt x="9355781" y="1481317"/>
                </a:lnTo>
                <a:lnTo>
                  <a:pt x="9355781" y="1488937"/>
                </a:lnTo>
                <a:lnTo>
                  <a:pt x="9422030" y="1422688"/>
                </a:lnTo>
                <a:close/>
                <a:moveTo>
                  <a:pt x="9380120" y="1418878"/>
                </a:moveTo>
                <a:lnTo>
                  <a:pt x="9355781" y="1443217"/>
                </a:lnTo>
                <a:lnTo>
                  <a:pt x="9355781" y="1450837"/>
                </a:lnTo>
                <a:lnTo>
                  <a:pt x="9383930" y="1422688"/>
                </a:lnTo>
                <a:close/>
                <a:moveTo>
                  <a:pt x="0" y="0"/>
                </a:moveTo>
                <a:lnTo>
                  <a:pt x="3649813" y="0"/>
                </a:lnTo>
                <a:lnTo>
                  <a:pt x="5398520" y="0"/>
                </a:lnTo>
                <a:lnTo>
                  <a:pt x="5398520" y="1"/>
                </a:lnTo>
                <a:lnTo>
                  <a:pt x="9601199" y="1"/>
                </a:lnTo>
                <a:lnTo>
                  <a:pt x="9601199" y="0"/>
                </a:lnTo>
                <a:lnTo>
                  <a:pt x="9601200" y="0"/>
                </a:lnTo>
                <a:lnTo>
                  <a:pt x="9601200" y="1426398"/>
                </a:lnTo>
                <a:lnTo>
                  <a:pt x="9355781" y="1671817"/>
                </a:lnTo>
                <a:lnTo>
                  <a:pt x="9355781" y="1679437"/>
                </a:lnTo>
                <a:lnTo>
                  <a:pt x="9601200" y="1434018"/>
                </a:lnTo>
                <a:lnTo>
                  <a:pt x="9601200" y="1464498"/>
                </a:lnTo>
                <a:lnTo>
                  <a:pt x="9355781" y="1709917"/>
                </a:lnTo>
                <a:lnTo>
                  <a:pt x="9355781" y="1717537"/>
                </a:lnTo>
                <a:lnTo>
                  <a:pt x="9601200" y="1472118"/>
                </a:lnTo>
                <a:lnTo>
                  <a:pt x="9601200" y="1502598"/>
                </a:lnTo>
                <a:lnTo>
                  <a:pt x="9355781" y="1748017"/>
                </a:lnTo>
                <a:lnTo>
                  <a:pt x="9355781" y="1755638"/>
                </a:lnTo>
                <a:lnTo>
                  <a:pt x="9601200" y="1510219"/>
                </a:lnTo>
                <a:lnTo>
                  <a:pt x="9601200" y="1540699"/>
                </a:lnTo>
                <a:lnTo>
                  <a:pt x="9355781" y="1786118"/>
                </a:lnTo>
                <a:lnTo>
                  <a:pt x="9355781" y="1793737"/>
                </a:lnTo>
                <a:lnTo>
                  <a:pt x="9601200" y="1548318"/>
                </a:lnTo>
                <a:lnTo>
                  <a:pt x="9601200" y="1578799"/>
                </a:lnTo>
                <a:lnTo>
                  <a:pt x="9355781" y="1824218"/>
                </a:lnTo>
                <a:lnTo>
                  <a:pt x="9355781" y="1831837"/>
                </a:lnTo>
                <a:lnTo>
                  <a:pt x="9601200" y="1586418"/>
                </a:lnTo>
                <a:lnTo>
                  <a:pt x="9601200" y="1616898"/>
                </a:lnTo>
                <a:lnTo>
                  <a:pt x="9355781" y="1862317"/>
                </a:lnTo>
                <a:lnTo>
                  <a:pt x="9355781" y="1869937"/>
                </a:lnTo>
                <a:lnTo>
                  <a:pt x="9601200" y="1624518"/>
                </a:lnTo>
                <a:lnTo>
                  <a:pt x="9601200" y="1654998"/>
                </a:lnTo>
                <a:lnTo>
                  <a:pt x="9355781" y="1900417"/>
                </a:lnTo>
                <a:lnTo>
                  <a:pt x="9355781" y="1908037"/>
                </a:lnTo>
                <a:lnTo>
                  <a:pt x="9601200" y="1662618"/>
                </a:lnTo>
                <a:lnTo>
                  <a:pt x="9601200" y="1693098"/>
                </a:lnTo>
                <a:lnTo>
                  <a:pt x="9355781" y="1938517"/>
                </a:lnTo>
                <a:lnTo>
                  <a:pt x="9355781" y="1946138"/>
                </a:lnTo>
                <a:lnTo>
                  <a:pt x="9601200" y="1700719"/>
                </a:lnTo>
                <a:lnTo>
                  <a:pt x="9601200" y="1731198"/>
                </a:lnTo>
                <a:lnTo>
                  <a:pt x="9355781" y="1976617"/>
                </a:lnTo>
                <a:lnTo>
                  <a:pt x="9355781" y="1984238"/>
                </a:lnTo>
                <a:lnTo>
                  <a:pt x="9601200" y="1738819"/>
                </a:lnTo>
                <a:lnTo>
                  <a:pt x="9601200" y="1769299"/>
                </a:lnTo>
                <a:lnTo>
                  <a:pt x="9355781" y="2014718"/>
                </a:lnTo>
                <a:lnTo>
                  <a:pt x="9355781" y="2022337"/>
                </a:lnTo>
                <a:lnTo>
                  <a:pt x="9601200" y="1776918"/>
                </a:lnTo>
                <a:lnTo>
                  <a:pt x="9601200" y="1807399"/>
                </a:lnTo>
                <a:lnTo>
                  <a:pt x="9355781" y="2052818"/>
                </a:lnTo>
                <a:lnTo>
                  <a:pt x="9355781" y="2060437"/>
                </a:lnTo>
                <a:lnTo>
                  <a:pt x="9601200" y="1815018"/>
                </a:lnTo>
                <a:lnTo>
                  <a:pt x="9601200" y="1845498"/>
                </a:lnTo>
                <a:lnTo>
                  <a:pt x="9355781" y="2090917"/>
                </a:lnTo>
                <a:lnTo>
                  <a:pt x="9355781" y="2098537"/>
                </a:lnTo>
                <a:lnTo>
                  <a:pt x="9601200" y="1853118"/>
                </a:lnTo>
                <a:lnTo>
                  <a:pt x="9601200" y="1883598"/>
                </a:lnTo>
                <a:lnTo>
                  <a:pt x="9355781" y="2129017"/>
                </a:lnTo>
                <a:lnTo>
                  <a:pt x="9355781" y="2136637"/>
                </a:lnTo>
                <a:lnTo>
                  <a:pt x="9601200" y="1891218"/>
                </a:lnTo>
                <a:lnTo>
                  <a:pt x="9601200" y="1921698"/>
                </a:lnTo>
                <a:lnTo>
                  <a:pt x="9355781" y="2167117"/>
                </a:lnTo>
                <a:lnTo>
                  <a:pt x="9355781" y="2174737"/>
                </a:lnTo>
                <a:lnTo>
                  <a:pt x="9601200" y="1929318"/>
                </a:lnTo>
                <a:lnTo>
                  <a:pt x="9601200" y="1959798"/>
                </a:lnTo>
                <a:lnTo>
                  <a:pt x="9355781" y="2205217"/>
                </a:lnTo>
                <a:lnTo>
                  <a:pt x="9355781" y="2212838"/>
                </a:lnTo>
                <a:lnTo>
                  <a:pt x="9601200" y="1967419"/>
                </a:lnTo>
                <a:lnTo>
                  <a:pt x="9601200" y="1997898"/>
                </a:lnTo>
                <a:lnTo>
                  <a:pt x="9355781" y="2243317"/>
                </a:lnTo>
                <a:lnTo>
                  <a:pt x="9355781" y="2250937"/>
                </a:lnTo>
                <a:lnTo>
                  <a:pt x="9601200" y="2005518"/>
                </a:lnTo>
                <a:lnTo>
                  <a:pt x="9601200" y="2035999"/>
                </a:lnTo>
                <a:lnTo>
                  <a:pt x="9355781" y="2281418"/>
                </a:lnTo>
                <a:lnTo>
                  <a:pt x="9355781" y="2289037"/>
                </a:lnTo>
                <a:lnTo>
                  <a:pt x="9601200" y="2043618"/>
                </a:lnTo>
                <a:lnTo>
                  <a:pt x="9601200" y="2074098"/>
                </a:lnTo>
                <a:lnTo>
                  <a:pt x="9355781" y="2319517"/>
                </a:lnTo>
                <a:lnTo>
                  <a:pt x="9355781" y="2327137"/>
                </a:lnTo>
                <a:lnTo>
                  <a:pt x="9601200" y="2081718"/>
                </a:lnTo>
                <a:lnTo>
                  <a:pt x="9601200" y="2112198"/>
                </a:lnTo>
                <a:lnTo>
                  <a:pt x="9355781" y="2357617"/>
                </a:lnTo>
                <a:lnTo>
                  <a:pt x="9355781" y="2365237"/>
                </a:lnTo>
                <a:lnTo>
                  <a:pt x="9601200" y="2119818"/>
                </a:lnTo>
                <a:lnTo>
                  <a:pt x="9601200" y="2150298"/>
                </a:lnTo>
                <a:lnTo>
                  <a:pt x="9355781" y="2395717"/>
                </a:lnTo>
                <a:lnTo>
                  <a:pt x="9355781" y="2403337"/>
                </a:lnTo>
                <a:lnTo>
                  <a:pt x="9601200" y="2157918"/>
                </a:lnTo>
                <a:lnTo>
                  <a:pt x="9601200" y="2188398"/>
                </a:lnTo>
                <a:lnTo>
                  <a:pt x="9355781" y="2433817"/>
                </a:lnTo>
                <a:lnTo>
                  <a:pt x="9355781" y="2441438"/>
                </a:lnTo>
                <a:lnTo>
                  <a:pt x="9601200" y="2196019"/>
                </a:lnTo>
                <a:lnTo>
                  <a:pt x="9601200" y="2226498"/>
                </a:lnTo>
                <a:lnTo>
                  <a:pt x="9355781" y="2471917"/>
                </a:lnTo>
                <a:lnTo>
                  <a:pt x="9355781" y="2479538"/>
                </a:lnTo>
                <a:lnTo>
                  <a:pt x="9601200" y="2234119"/>
                </a:lnTo>
                <a:lnTo>
                  <a:pt x="9601200" y="2264599"/>
                </a:lnTo>
                <a:lnTo>
                  <a:pt x="9355781" y="2510018"/>
                </a:lnTo>
                <a:lnTo>
                  <a:pt x="9355781" y="2517637"/>
                </a:lnTo>
                <a:lnTo>
                  <a:pt x="9601200" y="2272218"/>
                </a:lnTo>
                <a:lnTo>
                  <a:pt x="9601200" y="2302699"/>
                </a:lnTo>
                <a:lnTo>
                  <a:pt x="9355781" y="2548118"/>
                </a:lnTo>
                <a:lnTo>
                  <a:pt x="9355781" y="2555737"/>
                </a:lnTo>
                <a:lnTo>
                  <a:pt x="9601200" y="2310318"/>
                </a:lnTo>
                <a:lnTo>
                  <a:pt x="9601200" y="2340798"/>
                </a:lnTo>
                <a:lnTo>
                  <a:pt x="9355781" y="2586217"/>
                </a:lnTo>
                <a:lnTo>
                  <a:pt x="9355781" y="2593837"/>
                </a:lnTo>
                <a:lnTo>
                  <a:pt x="9601200" y="2348418"/>
                </a:lnTo>
                <a:lnTo>
                  <a:pt x="9601200" y="2378898"/>
                </a:lnTo>
                <a:lnTo>
                  <a:pt x="9355781" y="2624317"/>
                </a:lnTo>
                <a:lnTo>
                  <a:pt x="9355781" y="2631937"/>
                </a:lnTo>
                <a:lnTo>
                  <a:pt x="9601200" y="2386518"/>
                </a:lnTo>
                <a:lnTo>
                  <a:pt x="9601200" y="2416998"/>
                </a:lnTo>
                <a:lnTo>
                  <a:pt x="9355781" y="2662417"/>
                </a:lnTo>
                <a:lnTo>
                  <a:pt x="9355781" y="2670038"/>
                </a:lnTo>
                <a:lnTo>
                  <a:pt x="9601200" y="2424619"/>
                </a:lnTo>
                <a:lnTo>
                  <a:pt x="9601200" y="2455098"/>
                </a:lnTo>
                <a:lnTo>
                  <a:pt x="9355781" y="2700517"/>
                </a:lnTo>
                <a:lnTo>
                  <a:pt x="9355781" y="2708138"/>
                </a:lnTo>
                <a:lnTo>
                  <a:pt x="9601200" y="2462719"/>
                </a:lnTo>
                <a:lnTo>
                  <a:pt x="9601200" y="2493199"/>
                </a:lnTo>
                <a:lnTo>
                  <a:pt x="9355781" y="2738618"/>
                </a:lnTo>
                <a:lnTo>
                  <a:pt x="9355781" y="2746237"/>
                </a:lnTo>
                <a:lnTo>
                  <a:pt x="9601200" y="2500818"/>
                </a:lnTo>
                <a:lnTo>
                  <a:pt x="9601200" y="2531299"/>
                </a:lnTo>
                <a:lnTo>
                  <a:pt x="9355781" y="2776718"/>
                </a:lnTo>
                <a:lnTo>
                  <a:pt x="9355781" y="2784337"/>
                </a:lnTo>
                <a:lnTo>
                  <a:pt x="9601200" y="2538918"/>
                </a:lnTo>
                <a:lnTo>
                  <a:pt x="9601200" y="2569398"/>
                </a:lnTo>
                <a:lnTo>
                  <a:pt x="9355781" y="2814817"/>
                </a:lnTo>
                <a:lnTo>
                  <a:pt x="9355781" y="2822437"/>
                </a:lnTo>
                <a:lnTo>
                  <a:pt x="9601200" y="2577018"/>
                </a:lnTo>
                <a:lnTo>
                  <a:pt x="9601200" y="2607498"/>
                </a:lnTo>
                <a:lnTo>
                  <a:pt x="9355781" y="2852917"/>
                </a:lnTo>
                <a:lnTo>
                  <a:pt x="9355781" y="2860537"/>
                </a:lnTo>
                <a:lnTo>
                  <a:pt x="9601200" y="2615118"/>
                </a:lnTo>
                <a:lnTo>
                  <a:pt x="9601200" y="2645598"/>
                </a:lnTo>
                <a:lnTo>
                  <a:pt x="9355781" y="2891017"/>
                </a:lnTo>
                <a:lnTo>
                  <a:pt x="9355781" y="2898637"/>
                </a:lnTo>
                <a:lnTo>
                  <a:pt x="9601200" y="2653218"/>
                </a:lnTo>
                <a:lnTo>
                  <a:pt x="9601200" y="2683698"/>
                </a:lnTo>
                <a:lnTo>
                  <a:pt x="9355781" y="2929117"/>
                </a:lnTo>
                <a:lnTo>
                  <a:pt x="9355781" y="2936738"/>
                </a:lnTo>
                <a:lnTo>
                  <a:pt x="9601200" y="2691319"/>
                </a:lnTo>
                <a:lnTo>
                  <a:pt x="9601200" y="2721798"/>
                </a:lnTo>
                <a:lnTo>
                  <a:pt x="9355781" y="2967217"/>
                </a:lnTo>
                <a:lnTo>
                  <a:pt x="9355781" y="2974837"/>
                </a:lnTo>
                <a:lnTo>
                  <a:pt x="9601200" y="2729418"/>
                </a:lnTo>
                <a:lnTo>
                  <a:pt x="9601200" y="2759899"/>
                </a:lnTo>
                <a:lnTo>
                  <a:pt x="9355781" y="3005318"/>
                </a:lnTo>
                <a:lnTo>
                  <a:pt x="9355781" y="3012937"/>
                </a:lnTo>
                <a:lnTo>
                  <a:pt x="9601200" y="2767518"/>
                </a:lnTo>
                <a:lnTo>
                  <a:pt x="9601200" y="2797998"/>
                </a:lnTo>
                <a:lnTo>
                  <a:pt x="9355781" y="3043417"/>
                </a:lnTo>
                <a:lnTo>
                  <a:pt x="9355781" y="3051037"/>
                </a:lnTo>
                <a:lnTo>
                  <a:pt x="9601200" y="2805618"/>
                </a:lnTo>
                <a:lnTo>
                  <a:pt x="9601200" y="2836098"/>
                </a:lnTo>
                <a:lnTo>
                  <a:pt x="9355781" y="3081517"/>
                </a:lnTo>
                <a:lnTo>
                  <a:pt x="9355781" y="3089137"/>
                </a:lnTo>
                <a:lnTo>
                  <a:pt x="9601200" y="2843718"/>
                </a:lnTo>
                <a:lnTo>
                  <a:pt x="9601200" y="2875151"/>
                </a:lnTo>
                <a:lnTo>
                  <a:pt x="9355781" y="3120570"/>
                </a:lnTo>
                <a:lnTo>
                  <a:pt x="9355781" y="3128190"/>
                </a:lnTo>
                <a:lnTo>
                  <a:pt x="9601200" y="2882771"/>
                </a:lnTo>
                <a:lnTo>
                  <a:pt x="9601200" y="2913250"/>
                </a:lnTo>
                <a:lnTo>
                  <a:pt x="9355781" y="3158669"/>
                </a:lnTo>
                <a:lnTo>
                  <a:pt x="9355781" y="3166289"/>
                </a:lnTo>
                <a:lnTo>
                  <a:pt x="9601200" y="2920870"/>
                </a:lnTo>
                <a:lnTo>
                  <a:pt x="9601200" y="2951351"/>
                </a:lnTo>
                <a:lnTo>
                  <a:pt x="9355781" y="3196770"/>
                </a:lnTo>
                <a:lnTo>
                  <a:pt x="9355781" y="3204389"/>
                </a:lnTo>
                <a:lnTo>
                  <a:pt x="9601200" y="2958970"/>
                </a:lnTo>
                <a:lnTo>
                  <a:pt x="9601200" y="2989450"/>
                </a:lnTo>
                <a:lnTo>
                  <a:pt x="9355781" y="3234869"/>
                </a:lnTo>
                <a:lnTo>
                  <a:pt x="9355781" y="3242489"/>
                </a:lnTo>
                <a:lnTo>
                  <a:pt x="9601200" y="2997070"/>
                </a:lnTo>
                <a:lnTo>
                  <a:pt x="9601200" y="3027550"/>
                </a:lnTo>
                <a:lnTo>
                  <a:pt x="9355781" y="3272969"/>
                </a:lnTo>
                <a:lnTo>
                  <a:pt x="9355781" y="3280589"/>
                </a:lnTo>
                <a:lnTo>
                  <a:pt x="9601200" y="3035170"/>
                </a:lnTo>
                <a:lnTo>
                  <a:pt x="9601200" y="3065650"/>
                </a:lnTo>
                <a:lnTo>
                  <a:pt x="9355781" y="3311069"/>
                </a:lnTo>
                <a:lnTo>
                  <a:pt x="9355781" y="3318689"/>
                </a:lnTo>
                <a:lnTo>
                  <a:pt x="9601200" y="3073270"/>
                </a:lnTo>
                <a:lnTo>
                  <a:pt x="9601200" y="3103750"/>
                </a:lnTo>
                <a:lnTo>
                  <a:pt x="9355781" y="3349169"/>
                </a:lnTo>
                <a:lnTo>
                  <a:pt x="9355781" y="3356790"/>
                </a:lnTo>
                <a:lnTo>
                  <a:pt x="9601200" y="3111371"/>
                </a:lnTo>
                <a:lnTo>
                  <a:pt x="9601200" y="3141850"/>
                </a:lnTo>
                <a:lnTo>
                  <a:pt x="9355781" y="3387269"/>
                </a:lnTo>
                <a:lnTo>
                  <a:pt x="9355781" y="3394890"/>
                </a:lnTo>
                <a:lnTo>
                  <a:pt x="9601200" y="3149471"/>
                </a:lnTo>
                <a:lnTo>
                  <a:pt x="9601200" y="3179951"/>
                </a:lnTo>
                <a:lnTo>
                  <a:pt x="9379518" y="3401633"/>
                </a:lnTo>
                <a:lnTo>
                  <a:pt x="9387137" y="3401633"/>
                </a:lnTo>
                <a:lnTo>
                  <a:pt x="9601200" y="3187570"/>
                </a:lnTo>
                <a:lnTo>
                  <a:pt x="9601200" y="3218051"/>
                </a:lnTo>
                <a:lnTo>
                  <a:pt x="9417618" y="3401633"/>
                </a:lnTo>
                <a:lnTo>
                  <a:pt x="9425237" y="3401633"/>
                </a:lnTo>
                <a:lnTo>
                  <a:pt x="9601200" y="3225670"/>
                </a:lnTo>
                <a:lnTo>
                  <a:pt x="9601200" y="3256150"/>
                </a:lnTo>
                <a:lnTo>
                  <a:pt x="9455717" y="3401633"/>
                </a:lnTo>
                <a:lnTo>
                  <a:pt x="9463337" y="3401633"/>
                </a:lnTo>
                <a:lnTo>
                  <a:pt x="9601200" y="3263770"/>
                </a:lnTo>
                <a:lnTo>
                  <a:pt x="9601200" y="3294250"/>
                </a:lnTo>
                <a:lnTo>
                  <a:pt x="9493817" y="3401633"/>
                </a:lnTo>
                <a:lnTo>
                  <a:pt x="9501437" y="3401633"/>
                </a:lnTo>
                <a:lnTo>
                  <a:pt x="9601200" y="3301870"/>
                </a:lnTo>
                <a:lnTo>
                  <a:pt x="9601200" y="3332350"/>
                </a:lnTo>
                <a:lnTo>
                  <a:pt x="9531917" y="3401633"/>
                </a:lnTo>
                <a:lnTo>
                  <a:pt x="9539538" y="3401633"/>
                </a:lnTo>
                <a:lnTo>
                  <a:pt x="9601200" y="3339971"/>
                </a:lnTo>
                <a:lnTo>
                  <a:pt x="9601200" y="3370450"/>
                </a:lnTo>
                <a:lnTo>
                  <a:pt x="9570017" y="3401633"/>
                </a:lnTo>
                <a:lnTo>
                  <a:pt x="9577638" y="3401633"/>
                </a:lnTo>
                <a:lnTo>
                  <a:pt x="9601200" y="3378071"/>
                </a:lnTo>
                <a:lnTo>
                  <a:pt x="9601200" y="4194894"/>
                </a:lnTo>
                <a:lnTo>
                  <a:pt x="4291693" y="4194894"/>
                </a:lnTo>
                <a:lnTo>
                  <a:pt x="4291693" y="4194893"/>
                </a:lnTo>
                <a:lnTo>
                  <a:pt x="0" y="4194893"/>
                </a:lnTo>
                <a:close/>
              </a:path>
            </a:pathLst>
          </a:custGeom>
          <a:solidFill>
            <a:schemeClr val="bg2">
              <a:lumMod val="60000"/>
              <a:lumOff val="40000"/>
            </a:schemeClr>
          </a:solidFill>
        </p:spPr>
        <p:txBody>
          <a:bodyPr wrap="square">
            <a:noAutofit/>
          </a:bodyPr>
          <a:lstStyle/>
          <a:p>
            <a:r>
              <a:rPr lang="en-US"/>
              <a:t>Click icon to add picture</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6995461" y="847045"/>
            <a:ext cx="2606117"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6995461" y="1328676"/>
            <a:ext cx="1817440"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3795521"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3795521"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Tree>
    <p:extLst>
      <p:ext uri="{BB962C8B-B14F-4D97-AF65-F5344CB8AC3E}">
        <p14:creationId xmlns:p14="http://schemas.microsoft.com/office/powerpoint/2010/main" val="20469895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7B00C74-85C1-D340-9E69-5B93C840A6F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4732" b="4925"/>
          <a:stretch/>
        </p:blipFill>
        <p:spPr>
          <a:xfrm>
            <a:off x="0" y="1967802"/>
            <a:ext cx="6882493" cy="4890198"/>
          </a:xfrm>
          <a:prstGeom prst="rect">
            <a:avLst/>
          </a:pr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4368412"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43684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 name="Tijdelijke aanduiding voor afbeelding 77">
            <a:extLst>
              <a:ext uri="{FF2B5EF4-FFF2-40B4-BE49-F238E27FC236}">
                <a16:creationId xmlns:a16="http://schemas.microsoft.com/office/drawing/2014/main" id="{6ACCC44E-B8E3-EE45-A014-F055F595541F}"/>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4540608 w 5309507"/>
              <a:gd name="connsiteY302" fmla="*/ 4541332 h 6482443"/>
              <a:gd name="connsiteX303" fmla="*/ 4346745 w 5309507"/>
              <a:gd name="connsiteY303" fmla="*/ 4596721 h 6482443"/>
              <a:gd name="connsiteX304" fmla="*/ 4235966 w 5309507"/>
              <a:gd name="connsiteY304" fmla="*/ 4762860 h 6482443"/>
              <a:gd name="connsiteX305" fmla="*/ 4319050 w 5309507"/>
              <a:gd name="connsiteY305" fmla="*/ 4956721 h 6482443"/>
              <a:gd name="connsiteX306" fmla="*/ 4402134 w 5309507"/>
              <a:gd name="connsiteY306" fmla="*/ 5095194 h 6482443"/>
              <a:gd name="connsiteX307" fmla="*/ 4208271 w 5309507"/>
              <a:gd name="connsiteY307" fmla="*/ 5316721 h 6482443"/>
              <a:gd name="connsiteX308" fmla="*/ 3931352 w 5309507"/>
              <a:gd name="connsiteY308" fmla="*/ 5482889 h 6482443"/>
              <a:gd name="connsiteX309" fmla="*/ 3959047 w 5309507"/>
              <a:gd name="connsiteY309" fmla="*/ 5565972 h 6482443"/>
              <a:gd name="connsiteX310" fmla="*/ 4346745 w 5309507"/>
              <a:gd name="connsiteY310" fmla="*/ 5372110 h 6482443"/>
              <a:gd name="connsiteX311" fmla="*/ 4762138 w 5309507"/>
              <a:gd name="connsiteY311" fmla="*/ 4845943 h 6482443"/>
              <a:gd name="connsiteX312" fmla="*/ 4734443 w 5309507"/>
              <a:gd name="connsiteY312" fmla="*/ 4624416 h 6482443"/>
              <a:gd name="connsiteX313" fmla="*/ 4540608 w 5309507"/>
              <a:gd name="connsiteY313" fmla="*/ 4541332 h 6482443"/>
              <a:gd name="connsiteX314" fmla="*/ 5309507 w 5309507"/>
              <a:gd name="connsiteY314" fmla="*/ 4483567 h 6482443"/>
              <a:gd name="connsiteX315" fmla="*/ 5309507 w 5309507"/>
              <a:gd name="connsiteY315" fmla="*/ 4490708 h 6482443"/>
              <a:gd name="connsiteX316" fmla="*/ 5301377 w 5309507"/>
              <a:gd name="connsiteY316" fmla="*/ 4491697 h 6482443"/>
              <a:gd name="connsiteX317" fmla="*/ 5309507 w 5309507"/>
              <a:gd name="connsiteY317" fmla="*/ 4445466 h 6482443"/>
              <a:gd name="connsiteX318" fmla="*/ 5309507 w 5309507"/>
              <a:gd name="connsiteY318" fmla="*/ 4475946 h 6482443"/>
              <a:gd name="connsiteX319" fmla="*/ 5292699 w 5309507"/>
              <a:gd name="connsiteY319" fmla="*/ 4492754 h 6482443"/>
              <a:gd name="connsiteX320" fmla="*/ 5291771 w 5309507"/>
              <a:gd name="connsiteY320" fmla="*/ 4492867 h 6482443"/>
              <a:gd name="connsiteX321" fmla="*/ 5247200 w 5309507"/>
              <a:gd name="connsiteY321" fmla="*/ 4509310 h 6482443"/>
              <a:gd name="connsiteX322" fmla="*/ 5240717 w 5309507"/>
              <a:gd name="connsiteY322" fmla="*/ 4514256 h 6482443"/>
              <a:gd name="connsiteX323" fmla="*/ 5278926 w 5309507"/>
              <a:gd name="connsiteY323" fmla="*/ 3706427 h 6482443"/>
              <a:gd name="connsiteX324" fmla="*/ 5064087 w 5309507"/>
              <a:gd name="connsiteY324" fmla="*/ 3921266 h 6482443"/>
              <a:gd name="connsiteX325" fmla="*/ 5064087 w 5309507"/>
              <a:gd name="connsiteY325" fmla="*/ 3928886 h 6482443"/>
              <a:gd name="connsiteX326" fmla="*/ 5282736 w 5309507"/>
              <a:gd name="connsiteY326" fmla="*/ 3710237 h 6482443"/>
              <a:gd name="connsiteX327" fmla="*/ 5240826 w 5309507"/>
              <a:gd name="connsiteY327" fmla="*/ 3706427 h 6482443"/>
              <a:gd name="connsiteX328" fmla="*/ 5064087 w 5309507"/>
              <a:gd name="connsiteY328" fmla="*/ 3883166 h 6482443"/>
              <a:gd name="connsiteX329" fmla="*/ 5064087 w 5309507"/>
              <a:gd name="connsiteY329" fmla="*/ 3890786 h 6482443"/>
              <a:gd name="connsiteX330" fmla="*/ 5244636 w 5309507"/>
              <a:gd name="connsiteY330" fmla="*/ 3710237 h 6482443"/>
              <a:gd name="connsiteX331" fmla="*/ 5202726 w 5309507"/>
              <a:gd name="connsiteY331" fmla="*/ 3706427 h 6482443"/>
              <a:gd name="connsiteX332" fmla="*/ 5064087 w 5309507"/>
              <a:gd name="connsiteY332" fmla="*/ 3845066 h 6482443"/>
              <a:gd name="connsiteX333" fmla="*/ 5064087 w 5309507"/>
              <a:gd name="connsiteY333" fmla="*/ 3852686 h 6482443"/>
              <a:gd name="connsiteX334" fmla="*/ 5206536 w 5309507"/>
              <a:gd name="connsiteY334" fmla="*/ 3710237 h 6482443"/>
              <a:gd name="connsiteX335" fmla="*/ 5164626 w 5309507"/>
              <a:gd name="connsiteY335" fmla="*/ 3706427 h 6482443"/>
              <a:gd name="connsiteX336" fmla="*/ 5064087 w 5309507"/>
              <a:gd name="connsiteY336" fmla="*/ 3806966 h 6482443"/>
              <a:gd name="connsiteX337" fmla="*/ 5064087 w 5309507"/>
              <a:gd name="connsiteY337" fmla="*/ 3814586 h 6482443"/>
              <a:gd name="connsiteX338" fmla="*/ 5168436 w 5309507"/>
              <a:gd name="connsiteY338" fmla="*/ 3710237 h 6482443"/>
              <a:gd name="connsiteX339" fmla="*/ 5126526 w 5309507"/>
              <a:gd name="connsiteY339" fmla="*/ 3706427 h 6482443"/>
              <a:gd name="connsiteX340" fmla="*/ 5064087 w 5309507"/>
              <a:gd name="connsiteY340" fmla="*/ 3768866 h 6482443"/>
              <a:gd name="connsiteX341" fmla="*/ 5064087 w 5309507"/>
              <a:gd name="connsiteY341" fmla="*/ 3776486 h 6482443"/>
              <a:gd name="connsiteX342" fmla="*/ 5130336 w 5309507"/>
              <a:gd name="connsiteY342" fmla="*/ 3710237 h 6482443"/>
              <a:gd name="connsiteX343" fmla="*/ 5088426 w 5309507"/>
              <a:gd name="connsiteY343" fmla="*/ 3706427 h 6482443"/>
              <a:gd name="connsiteX344" fmla="*/ 5064087 w 5309507"/>
              <a:gd name="connsiteY344" fmla="*/ 3730766 h 6482443"/>
              <a:gd name="connsiteX345" fmla="*/ 5064087 w 5309507"/>
              <a:gd name="connsiteY345" fmla="*/ 3738386 h 6482443"/>
              <a:gd name="connsiteX346" fmla="*/ 5092236 w 5309507"/>
              <a:gd name="connsiteY346" fmla="*/ 3710237 h 6482443"/>
              <a:gd name="connsiteX347" fmla="*/ 448563 w 5309507"/>
              <a:gd name="connsiteY347" fmla="*/ 0 h 6482443"/>
              <a:gd name="connsiteX348" fmla="*/ 1159658 w 5309507"/>
              <a:gd name="connsiteY348" fmla="*/ 0 h 6482443"/>
              <a:gd name="connsiteX349" fmla="*/ 1125681 w 5309507"/>
              <a:gd name="connsiteY349" fmla="*/ 19516 h 6482443"/>
              <a:gd name="connsiteX350" fmla="*/ 872991 w 5309507"/>
              <a:gd name="connsiteY350" fmla="*/ 175283 h 6482443"/>
              <a:gd name="connsiteX351" fmla="*/ 540652 w 5309507"/>
              <a:gd name="connsiteY351" fmla="*/ 618367 h 6482443"/>
              <a:gd name="connsiteX352" fmla="*/ 568347 w 5309507"/>
              <a:gd name="connsiteY352" fmla="*/ 867618 h 6482443"/>
              <a:gd name="connsiteX353" fmla="*/ 734516 w 5309507"/>
              <a:gd name="connsiteY353" fmla="*/ 950701 h 6482443"/>
              <a:gd name="connsiteX354" fmla="*/ 928380 w 5309507"/>
              <a:gd name="connsiteY354" fmla="*/ 867618 h 6482443"/>
              <a:gd name="connsiteX355" fmla="*/ 1011436 w 5309507"/>
              <a:gd name="connsiteY355" fmla="*/ 701450 h 6482443"/>
              <a:gd name="connsiteX356" fmla="*/ 928380 w 5309507"/>
              <a:gd name="connsiteY356" fmla="*/ 507618 h 6482443"/>
              <a:gd name="connsiteX357" fmla="*/ 845296 w 5309507"/>
              <a:gd name="connsiteY357" fmla="*/ 369145 h 6482443"/>
              <a:gd name="connsiteX358" fmla="*/ 1011436 w 5309507"/>
              <a:gd name="connsiteY358" fmla="*/ 175283 h 6482443"/>
              <a:gd name="connsiteX359" fmla="*/ 1177605 w 5309507"/>
              <a:gd name="connsiteY359" fmla="*/ 67970 h 6482443"/>
              <a:gd name="connsiteX360" fmla="*/ 1308148 w 5309507"/>
              <a:gd name="connsiteY360" fmla="*/ 0 h 6482443"/>
              <a:gd name="connsiteX361" fmla="*/ 5309507 w 5309507"/>
              <a:gd name="connsiteY361" fmla="*/ 0 h 6482443"/>
              <a:gd name="connsiteX362" fmla="*/ 5309507 w 5309507"/>
              <a:gd name="connsiteY362" fmla="*/ 3713946 h 6482443"/>
              <a:gd name="connsiteX363" fmla="*/ 5064087 w 5309507"/>
              <a:gd name="connsiteY363" fmla="*/ 3959366 h 6482443"/>
              <a:gd name="connsiteX364" fmla="*/ 5064087 w 5309507"/>
              <a:gd name="connsiteY364" fmla="*/ 3966986 h 6482443"/>
              <a:gd name="connsiteX365" fmla="*/ 5309507 w 5309507"/>
              <a:gd name="connsiteY365" fmla="*/ 3721566 h 6482443"/>
              <a:gd name="connsiteX366" fmla="*/ 5309507 w 5309507"/>
              <a:gd name="connsiteY366" fmla="*/ 3752046 h 6482443"/>
              <a:gd name="connsiteX367" fmla="*/ 5064087 w 5309507"/>
              <a:gd name="connsiteY367" fmla="*/ 3997466 h 6482443"/>
              <a:gd name="connsiteX368" fmla="*/ 5064087 w 5309507"/>
              <a:gd name="connsiteY368" fmla="*/ 4005086 h 6482443"/>
              <a:gd name="connsiteX369" fmla="*/ 5309507 w 5309507"/>
              <a:gd name="connsiteY369" fmla="*/ 3759666 h 6482443"/>
              <a:gd name="connsiteX370" fmla="*/ 5309507 w 5309507"/>
              <a:gd name="connsiteY370" fmla="*/ 3790146 h 6482443"/>
              <a:gd name="connsiteX371" fmla="*/ 5064087 w 5309507"/>
              <a:gd name="connsiteY371" fmla="*/ 4035566 h 6482443"/>
              <a:gd name="connsiteX372" fmla="*/ 5064087 w 5309507"/>
              <a:gd name="connsiteY372" fmla="*/ 4043187 h 6482443"/>
              <a:gd name="connsiteX373" fmla="*/ 5309507 w 5309507"/>
              <a:gd name="connsiteY373" fmla="*/ 3797767 h 6482443"/>
              <a:gd name="connsiteX374" fmla="*/ 5309507 w 5309507"/>
              <a:gd name="connsiteY374" fmla="*/ 3828247 h 6482443"/>
              <a:gd name="connsiteX375" fmla="*/ 5064087 w 5309507"/>
              <a:gd name="connsiteY375" fmla="*/ 4073667 h 6482443"/>
              <a:gd name="connsiteX376" fmla="*/ 5064087 w 5309507"/>
              <a:gd name="connsiteY376" fmla="*/ 4081286 h 6482443"/>
              <a:gd name="connsiteX377" fmla="*/ 5309507 w 5309507"/>
              <a:gd name="connsiteY377" fmla="*/ 3835866 h 6482443"/>
              <a:gd name="connsiteX378" fmla="*/ 5309507 w 5309507"/>
              <a:gd name="connsiteY378" fmla="*/ 3866347 h 6482443"/>
              <a:gd name="connsiteX379" fmla="*/ 5064087 w 5309507"/>
              <a:gd name="connsiteY379" fmla="*/ 4111767 h 6482443"/>
              <a:gd name="connsiteX380" fmla="*/ 5064087 w 5309507"/>
              <a:gd name="connsiteY380" fmla="*/ 4119386 h 6482443"/>
              <a:gd name="connsiteX381" fmla="*/ 5309507 w 5309507"/>
              <a:gd name="connsiteY381" fmla="*/ 3873966 h 6482443"/>
              <a:gd name="connsiteX382" fmla="*/ 5309507 w 5309507"/>
              <a:gd name="connsiteY382" fmla="*/ 3904446 h 6482443"/>
              <a:gd name="connsiteX383" fmla="*/ 5064087 w 5309507"/>
              <a:gd name="connsiteY383" fmla="*/ 4149866 h 6482443"/>
              <a:gd name="connsiteX384" fmla="*/ 5064087 w 5309507"/>
              <a:gd name="connsiteY384" fmla="*/ 4157486 h 6482443"/>
              <a:gd name="connsiteX385" fmla="*/ 5309507 w 5309507"/>
              <a:gd name="connsiteY385" fmla="*/ 3912066 h 6482443"/>
              <a:gd name="connsiteX386" fmla="*/ 5309507 w 5309507"/>
              <a:gd name="connsiteY386" fmla="*/ 3942546 h 6482443"/>
              <a:gd name="connsiteX387" fmla="*/ 5064087 w 5309507"/>
              <a:gd name="connsiteY387" fmla="*/ 4187966 h 6482443"/>
              <a:gd name="connsiteX388" fmla="*/ 5064087 w 5309507"/>
              <a:gd name="connsiteY388" fmla="*/ 4195586 h 6482443"/>
              <a:gd name="connsiteX389" fmla="*/ 5309507 w 5309507"/>
              <a:gd name="connsiteY389" fmla="*/ 3950166 h 6482443"/>
              <a:gd name="connsiteX390" fmla="*/ 5309507 w 5309507"/>
              <a:gd name="connsiteY390" fmla="*/ 3980646 h 6482443"/>
              <a:gd name="connsiteX391" fmla="*/ 5064087 w 5309507"/>
              <a:gd name="connsiteY391" fmla="*/ 4226066 h 6482443"/>
              <a:gd name="connsiteX392" fmla="*/ 5064087 w 5309507"/>
              <a:gd name="connsiteY392" fmla="*/ 4233687 h 6482443"/>
              <a:gd name="connsiteX393" fmla="*/ 5309507 w 5309507"/>
              <a:gd name="connsiteY393" fmla="*/ 3988267 h 6482443"/>
              <a:gd name="connsiteX394" fmla="*/ 5309507 w 5309507"/>
              <a:gd name="connsiteY394" fmla="*/ 4018746 h 6482443"/>
              <a:gd name="connsiteX395" fmla="*/ 5064087 w 5309507"/>
              <a:gd name="connsiteY395" fmla="*/ 4264166 h 6482443"/>
              <a:gd name="connsiteX396" fmla="*/ 5064087 w 5309507"/>
              <a:gd name="connsiteY396" fmla="*/ 4271787 h 6482443"/>
              <a:gd name="connsiteX397" fmla="*/ 5309507 w 5309507"/>
              <a:gd name="connsiteY397" fmla="*/ 4026367 h 6482443"/>
              <a:gd name="connsiteX398" fmla="*/ 5309507 w 5309507"/>
              <a:gd name="connsiteY398" fmla="*/ 4056847 h 6482443"/>
              <a:gd name="connsiteX399" fmla="*/ 5064087 w 5309507"/>
              <a:gd name="connsiteY399" fmla="*/ 4302267 h 6482443"/>
              <a:gd name="connsiteX400" fmla="*/ 5064087 w 5309507"/>
              <a:gd name="connsiteY400" fmla="*/ 4309886 h 6482443"/>
              <a:gd name="connsiteX401" fmla="*/ 5309507 w 5309507"/>
              <a:gd name="connsiteY401" fmla="*/ 4064466 h 6482443"/>
              <a:gd name="connsiteX402" fmla="*/ 5309507 w 5309507"/>
              <a:gd name="connsiteY402" fmla="*/ 4094947 h 6482443"/>
              <a:gd name="connsiteX403" fmla="*/ 5064087 w 5309507"/>
              <a:gd name="connsiteY403" fmla="*/ 4340367 h 6482443"/>
              <a:gd name="connsiteX404" fmla="*/ 5064087 w 5309507"/>
              <a:gd name="connsiteY404" fmla="*/ 4347986 h 6482443"/>
              <a:gd name="connsiteX405" fmla="*/ 5309507 w 5309507"/>
              <a:gd name="connsiteY405" fmla="*/ 4102566 h 6482443"/>
              <a:gd name="connsiteX406" fmla="*/ 5309507 w 5309507"/>
              <a:gd name="connsiteY406" fmla="*/ 4133046 h 6482443"/>
              <a:gd name="connsiteX407" fmla="*/ 5064087 w 5309507"/>
              <a:gd name="connsiteY407" fmla="*/ 4378466 h 6482443"/>
              <a:gd name="connsiteX408" fmla="*/ 5064087 w 5309507"/>
              <a:gd name="connsiteY408" fmla="*/ 4386086 h 6482443"/>
              <a:gd name="connsiteX409" fmla="*/ 5309507 w 5309507"/>
              <a:gd name="connsiteY409" fmla="*/ 4140666 h 6482443"/>
              <a:gd name="connsiteX410" fmla="*/ 5309507 w 5309507"/>
              <a:gd name="connsiteY410" fmla="*/ 4171146 h 6482443"/>
              <a:gd name="connsiteX411" fmla="*/ 5064087 w 5309507"/>
              <a:gd name="connsiteY411" fmla="*/ 4416566 h 6482443"/>
              <a:gd name="connsiteX412" fmla="*/ 5064087 w 5309507"/>
              <a:gd name="connsiteY412" fmla="*/ 4424186 h 6482443"/>
              <a:gd name="connsiteX413" fmla="*/ 5309507 w 5309507"/>
              <a:gd name="connsiteY413" fmla="*/ 4178766 h 6482443"/>
              <a:gd name="connsiteX414" fmla="*/ 5309507 w 5309507"/>
              <a:gd name="connsiteY414" fmla="*/ 4209246 h 6482443"/>
              <a:gd name="connsiteX415" fmla="*/ 5064087 w 5309507"/>
              <a:gd name="connsiteY415" fmla="*/ 4454666 h 6482443"/>
              <a:gd name="connsiteX416" fmla="*/ 5064087 w 5309507"/>
              <a:gd name="connsiteY416" fmla="*/ 4462286 h 6482443"/>
              <a:gd name="connsiteX417" fmla="*/ 5309507 w 5309507"/>
              <a:gd name="connsiteY417" fmla="*/ 4216866 h 6482443"/>
              <a:gd name="connsiteX418" fmla="*/ 5309507 w 5309507"/>
              <a:gd name="connsiteY418" fmla="*/ 4247346 h 6482443"/>
              <a:gd name="connsiteX419" fmla="*/ 5064087 w 5309507"/>
              <a:gd name="connsiteY419" fmla="*/ 4492766 h 6482443"/>
              <a:gd name="connsiteX420" fmla="*/ 5064087 w 5309507"/>
              <a:gd name="connsiteY420" fmla="*/ 4500387 h 6482443"/>
              <a:gd name="connsiteX421" fmla="*/ 5309507 w 5309507"/>
              <a:gd name="connsiteY421" fmla="*/ 4254967 h 6482443"/>
              <a:gd name="connsiteX422" fmla="*/ 5309507 w 5309507"/>
              <a:gd name="connsiteY422" fmla="*/ 4285446 h 6482443"/>
              <a:gd name="connsiteX423" fmla="*/ 5064087 w 5309507"/>
              <a:gd name="connsiteY423" fmla="*/ 4530866 h 6482443"/>
              <a:gd name="connsiteX424" fmla="*/ 5064087 w 5309507"/>
              <a:gd name="connsiteY424" fmla="*/ 4538486 h 6482443"/>
              <a:gd name="connsiteX425" fmla="*/ 5309507 w 5309507"/>
              <a:gd name="connsiteY425" fmla="*/ 4293066 h 6482443"/>
              <a:gd name="connsiteX426" fmla="*/ 5309507 w 5309507"/>
              <a:gd name="connsiteY426" fmla="*/ 4323547 h 6482443"/>
              <a:gd name="connsiteX427" fmla="*/ 5064087 w 5309507"/>
              <a:gd name="connsiteY427" fmla="*/ 4568967 h 6482443"/>
              <a:gd name="connsiteX428" fmla="*/ 5064087 w 5309507"/>
              <a:gd name="connsiteY428" fmla="*/ 4576586 h 6482443"/>
              <a:gd name="connsiteX429" fmla="*/ 5309507 w 5309507"/>
              <a:gd name="connsiteY429" fmla="*/ 4331166 h 6482443"/>
              <a:gd name="connsiteX430" fmla="*/ 5309507 w 5309507"/>
              <a:gd name="connsiteY430" fmla="*/ 4361646 h 6482443"/>
              <a:gd name="connsiteX431" fmla="*/ 5064087 w 5309507"/>
              <a:gd name="connsiteY431" fmla="*/ 4607066 h 6482443"/>
              <a:gd name="connsiteX432" fmla="*/ 5064087 w 5309507"/>
              <a:gd name="connsiteY432" fmla="*/ 4614686 h 6482443"/>
              <a:gd name="connsiteX433" fmla="*/ 5309507 w 5309507"/>
              <a:gd name="connsiteY433" fmla="*/ 4369266 h 6482443"/>
              <a:gd name="connsiteX434" fmla="*/ 5309507 w 5309507"/>
              <a:gd name="connsiteY434" fmla="*/ 4399746 h 6482443"/>
              <a:gd name="connsiteX435" fmla="*/ 5064087 w 5309507"/>
              <a:gd name="connsiteY435" fmla="*/ 4645166 h 6482443"/>
              <a:gd name="connsiteX436" fmla="*/ 5064087 w 5309507"/>
              <a:gd name="connsiteY436" fmla="*/ 4652786 h 6482443"/>
              <a:gd name="connsiteX437" fmla="*/ 5309507 w 5309507"/>
              <a:gd name="connsiteY437" fmla="*/ 4407366 h 6482443"/>
              <a:gd name="connsiteX438" fmla="*/ 5309507 w 5309507"/>
              <a:gd name="connsiteY438" fmla="*/ 4437846 h 6482443"/>
              <a:gd name="connsiteX439" fmla="*/ 5208582 w 5309507"/>
              <a:gd name="connsiteY439" fmla="*/ 4538771 h 6482443"/>
              <a:gd name="connsiteX440" fmla="*/ 5205225 w 5309507"/>
              <a:gd name="connsiteY440" fmla="*/ 4541332 h 6482443"/>
              <a:gd name="connsiteX441" fmla="*/ 5199592 w 5309507"/>
              <a:gd name="connsiteY441" fmla="*/ 4547761 h 6482443"/>
              <a:gd name="connsiteX442" fmla="*/ 5064087 w 5309507"/>
              <a:gd name="connsiteY442" fmla="*/ 4683266 h 6482443"/>
              <a:gd name="connsiteX443" fmla="*/ 5064087 w 5309507"/>
              <a:gd name="connsiteY443" fmla="*/ 4690886 h 6482443"/>
              <a:gd name="connsiteX444" fmla="*/ 5162463 w 5309507"/>
              <a:gd name="connsiteY444" fmla="*/ 4592510 h 6482443"/>
              <a:gd name="connsiteX445" fmla="*/ 5139465 w 5309507"/>
              <a:gd name="connsiteY445" fmla="*/ 4627878 h 6482443"/>
              <a:gd name="connsiteX446" fmla="*/ 5122876 w 5309507"/>
              <a:gd name="connsiteY446" fmla="*/ 4662577 h 6482443"/>
              <a:gd name="connsiteX447" fmla="*/ 5064087 w 5309507"/>
              <a:gd name="connsiteY447" fmla="*/ 4721366 h 6482443"/>
              <a:gd name="connsiteX448" fmla="*/ 5064087 w 5309507"/>
              <a:gd name="connsiteY448" fmla="*/ 4728987 h 6482443"/>
              <a:gd name="connsiteX449" fmla="*/ 5115896 w 5309507"/>
              <a:gd name="connsiteY449" fmla="*/ 4677178 h 6482443"/>
              <a:gd name="connsiteX450" fmla="*/ 5115674 w 5309507"/>
              <a:gd name="connsiteY450" fmla="*/ 4677641 h 6482443"/>
              <a:gd name="connsiteX451" fmla="*/ 5098042 w 5309507"/>
              <a:gd name="connsiteY451" fmla="*/ 4725512 h 6482443"/>
              <a:gd name="connsiteX452" fmla="*/ 5064087 w 5309507"/>
              <a:gd name="connsiteY452" fmla="*/ 4759466 h 6482443"/>
              <a:gd name="connsiteX453" fmla="*/ 5064087 w 5309507"/>
              <a:gd name="connsiteY453" fmla="*/ 4767087 h 6482443"/>
              <a:gd name="connsiteX454" fmla="*/ 5094600 w 5309507"/>
              <a:gd name="connsiteY454" fmla="*/ 4736575 h 6482443"/>
              <a:gd name="connsiteX455" fmla="*/ 5097123 w 5309507"/>
              <a:gd name="connsiteY455" fmla="*/ 4764532 h 6482443"/>
              <a:gd name="connsiteX456" fmla="*/ 5064087 w 5309507"/>
              <a:gd name="connsiteY456" fmla="*/ 4797567 h 6482443"/>
              <a:gd name="connsiteX457" fmla="*/ 5064087 w 5309507"/>
              <a:gd name="connsiteY457" fmla="*/ 4805186 h 6482443"/>
              <a:gd name="connsiteX458" fmla="*/ 5097753 w 5309507"/>
              <a:gd name="connsiteY458" fmla="*/ 4771520 h 6482443"/>
              <a:gd name="connsiteX459" fmla="*/ 5099667 w 5309507"/>
              <a:gd name="connsiteY459" fmla="*/ 4792730 h 6482443"/>
              <a:gd name="connsiteX460" fmla="*/ 5101421 w 5309507"/>
              <a:gd name="connsiteY460" fmla="*/ 4798333 h 6482443"/>
              <a:gd name="connsiteX461" fmla="*/ 5064087 w 5309507"/>
              <a:gd name="connsiteY461" fmla="*/ 4835667 h 6482443"/>
              <a:gd name="connsiteX462" fmla="*/ 5064087 w 5309507"/>
              <a:gd name="connsiteY462" fmla="*/ 4843286 h 6482443"/>
              <a:gd name="connsiteX463" fmla="*/ 5103238 w 5309507"/>
              <a:gd name="connsiteY463" fmla="*/ 4804136 h 6482443"/>
              <a:gd name="connsiteX464" fmla="*/ 5110504 w 5309507"/>
              <a:gd name="connsiteY464" fmla="*/ 4827349 h 6482443"/>
              <a:gd name="connsiteX465" fmla="*/ 5064087 w 5309507"/>
              <a:gd name="connsiteY465" fmla="*/ 4873766 h 6482443"/>
              <a:gd name="connsiteX466" fmla="*/ 5064087 w 5309507"/>
              <a:gd name="connsiteY466" fmla="*/ 4881386 h 6482443"/>
              <a:gd name="connsiteX467" fmla="*/ 5112321 w 5309507"/>
              <a:gd name="connsiteY467" fmla="*/ 4833152 h 6482443"/>
              <a:gd name="connsiteX468" fmla="*/ 5115242 w 5309507"/>
              <a:gd name="connsiteY468" fmla="*/ 4842485 h 6482443"/>
              <a:gd name="connsiteX469" fmla="*/ 5121950 w 5309507"/>
              <a:gd name="connsiteY469" fmla="*/ 4854003 h 6482443"/>
              <a:gd name="connsiteX470" fmla="*/ 5064087 w 5309507"/>
              <a:gd name="connsiteY470" fmla="*/ 4911866 h 6482443"/>
              <a:gd name="connsiteX471" fmla="*/ 5064087 w 5309507"/>
              <a:gd name="connsiteY471" fmla="*/ 4919486 h 6482443"/>
              <a:gd name="connsiteX472" fmla="*/ 5124755 w 5309507"/>
              <a:gd name="connsiteY472" fmla="*/ 4858819 h 6482443"/>
              <a:gd name="connsiteX473" fmla="*/ 5135973 w 5309507"/>
              <a:gd name="connsiteY473" fmla="*/ 4878081 h 6482443"/>
              <a:gd name="connsiteX474" fmla="*/ 5064087 w 5309507"/>
              <a:gd name="connsiteY474" fmla="*/ 4949966 h 6482443"/>
              <a:gd name="connsiteX475" fmla="*/ 5064087 w 5309507"/>
              <a:gd name="connsiteY475" fmla="*/ 4957587 h 6482443"/>
              <a:gd name="connsiteX476" fmla="*/ 5138777 w 5309507"/>
              <a:gd name="connsiteY476" fmla="*/ 4882897 h 6482443"/>
              <a:gd name="connsiteX477" fmla="*/ 5141198 w 5309507"/>
              <a:gd name="connsiteY477" fmla="*/ 4887053 h 6482443"/>
              <a:gd name="connsiteX478" fmla="*/ 5152288 w 5309507"/>
              <a:gd name="connsiteY478" fmla="*/ 4899865 h 6482443"/>
              <a:gd name="connsiteX479" fmla="*/ 5064087 w 5309507"/>
              <a:gd name="connsiteY479" fmla="*/ 4988066 h 6482443"/>
              <a:gd name="connsiteX480" fmla="*/ 5064087 w 5309507"/>
              <a:gd name="connsiteY480" fmla="*/ 4995687 h 6482443"/>
              <a:gd name="connsiteX481" fmla="*/ 5155824 w 5309507"/>
              <a:gd name="connsiteY481" fmla="*/ 4903950 h 6482443"/>
              <a:gd name="connsiteX482" fmla="*/ 5169966 w 5309507"/>
              <a:gd name="connsiteY482" fmla="*/ 4920288 h 6482443"/>
              <a:gd name="connsiteX483" fmla="*/ 5064087 w 5309507"/>
              <a:gd name="connsiteY483" fmla="*/ 5026167 h 6482443"/>
              <a:gd name="connsiteX484" fmla="*/ 5064087 w 5309507"/>
              <a:gd name="connsiteY484" fmla="*/ 5033786 h 6482443"/>
              <a:gd name="connsiteX485" fmla="*/ 5173501 w 5309507"/>
              <a:gd name="connsiteY485" fmla="*/ 4924372 h 6482443"/>
              <a:gd name="connsiteX486" fmla="*/ 5177530 w 5309507"/>
              <a:gd name="connsiteY486" fmla="*/ 4929027 h 6482443"/>
              <a:gd name="connsiteX487" fmla="*/ 5187759 w 5309507"/>
              <a:gd name="connsiteY487" fmla="*/ 4940595 h 6482443"/>
              <a:gd name="connsiteX488" fmla="*/ 5064087 w 5309507"/>
              <a:gd name="connsiteY488" fmla="*/ 5064267 h 6482443"/>
              <a:gd name="connsiteX489" fmla="*/ 5064087 w 5309507"/>
              <a:gd name="connsiteY489" fmla="*/ 5071886 h 6482443"/>
              <a:gd name="connsiteX490" fmla="*/ 5191335 w 5309507"/>
              <a:gd name="connsiteY490" fmla="*/ 4944639 h 6482443"/>
              <a:gd name="connsiteX491" fmla="*/ 5205638 w 5309507"/>
              <a:gd name="connsiteY491" fmla="*/ 4960815 h 6482443"/>
              <a:gd name="connsiteX492" fmla="*/ 5064087 w 5309507"/>
              <a:gd name="connsiteY492" fmla="*/ 5102366 h 6482443"/>
              <a:gd name="connsiteX493" fmla="*/ 5064087 w 5309507"/>
              <a:gd name="connsiteY493" fmla="*/ 5109986 h 6482443"/>
              <a:gd name="connsiteX494" fmla="*/ 5209214 w 5309507"/>
              <a:gd name="connsiteY494" fmla="*/ 4964859 h 6482443"/>
              <a:gd name="connsiteX495" fmla="*/ 5213880 w 5309507"/>
              <a:gd name="connsiteY495" fmla="*/ 4970136 h 6482443"/>
              <a:gd name="connsiteX496" fmla="*/ 5222150 w 5309507"/>
              <a:gd name="connsiteY496" fmla="*/ 4982403 h 6482443"/>
              <a:gd name="connsiteX497" fmla="*/ 5064087 w 5309507"/>
              <a:gd name="connsiteY497" fmla="*/ 5140466 h 6482443"/>
              <a:gd name="connsiteX498" fmla="*/ 5064087 w 5309507"/>
              <a:gd name="connsiteY498" fmla="*/ 5148086 h 6482443"/>
              <a:gd name="connsiteX499" fmla="*/ 5225218 w 5309507"/>
              <a:gd name="connsiteY499" fmla="*/ 4986955 h 6482443"/>
              <a:gd name="connsiteX500" fmla="*/ 5237492 w 5309507"/>
              <a:gd name="connsiteY500" fmla="*/ 5005161 h 6482443"/>
              <a:gd name="connsiteX501" fmla="*/ 5064087 w 5309507"/>
              <a:gd name="connsiteY501" fmla="*/ 5178566 h 6482443"/>
              <a:gd name="connsiteX502" fmla="*/ 5064087 w 5309507"/>
              <a:gd name="connsiteY502" fmla="*/ 5186186 h 6482443"/>
              <a:gd name="connsiteX503" fmla="*/ 5240411 w 5309507"/>
              <a:gd name="connsiteY503" fmla="*/ 5009862 h 6482443"/>
              <a:gd name="connsiteX504" fmla="*/ 5250122 w 5309507"/>
              <a:gd name="connsiteY504" fmla="*/ 5030632 h 6482443"/>
              <a:gd name="connsiteX505" fmla="*/ 5064087 w 5309507"/>
              <a:gd name="connsiteY505" fmla="*/ 5216666 h 6482443"/>
              <a:gd name="connsiteX506" fmla="*/ 5064087 w 5309507"/>
              <a:gd name="connsiteY506" fmla="*/ 5224287 h 6482443"/>
              <a:gd name="connsiteX507" fmla="*/ 5252550 w 5309507"/>
              <a:gd name="connsiteY507" fmla="*/ 5035825 h 6482443"/>
              <a:gd name="connsiteX508" fmla="*/ 5255422 w 5309507"/>
              <a:gd name="connsiteY508" fmla="*/ 5041969 h 6482443"/>
              <a:gd name="connsiteX509" fmla="*/ 5259050 w 5309507"/>
              <a:gd name="connsiteY509" fmla="*/ 5059804 h 6482443"/>
              <a:gd name="connsiteX510" fmla="*/ 5064087 w 5309507"/>
              <a:gd name="connsiteY510" fmla="*/ 5254766 h 6482443"/>
              <a:gd name="connsiteX511" fmla="*/ 5064087 w 5309507"/>
              <a:gd name="connsiteY511" fmla="*/ 5262386 h 6482443"/>
              <a:gd name="connsiteX512" fmla="*/ 5260338 w 5309507"/>
              <a:gd name="connsiteY512" fmla="*/ 5066136 h 6482443"/>
              <a:gd name="connsiteX513" fmla="*/ 5260615 w 5309507"/>
              <a:gd name="connsiteY513" fmla="*/ 5067500 h 6482443"/>
              <a:gd name="connsiteX514" fmla="*/ 5256829 w 5309507"/>
              <a:gd name="connsiteY514" fmla="*/ 5098655 h 6482443"/>
              <a:gd name="connsiteX515" fmla="*/ 5256034 w 5309507"/>
              <a:gd name="connsiteY515" fmla="*/ 5100920 h 6482443"/>
              <a:gd name="connsiteX516" fmla="*/ 5064087 w 5309507"/>
              <a:gd name="connsiteY516" fmla="*/ 5292867 h 6482443"/>
              <a:gd name="connsiteX517" fmla="*/ 5064087 w 5309507"/>
              <a:gd name="connsiteY517" fmla="*/ 5300486 h 6482443"/>
              <a:gd name="connsiteX518" fmla="*/ 5251919 w 5309507"/>
              <a:gd name="connsiteY518" fmla="*/ 5112655 h 6482443"/>
              <a:gd name="connsiteX519" fmla="*/ 5245902 w 5309507"/>
              <a:gd name="connsiteY519" fmla="*/ 5129808 h 6482443"/>
              <a:gd name="connsiteX520" fmla="*/ 5209528 w 5309507"/>
              <a:gd name="connsiteY520" fmla="*/ 5185525 h 6482443"/>
              <a:gd name="connsiteX521" fmla="*/ 5127292 w 5309507"/>
              <a:gd name="connsiteY521" fmla="*/ 5267761 h 6482443"/>
              <a:gd name="connsiteX522" fmla="*/ 5066780 w 5309507"/>
              <a:gd name="connsiteY522" fmla="*/ 5316721 h 6482443"/>
              <a:gd name="connsiteX523" fmla="*/ 4789832 w 5309507"/>
              <a:gd name="connsiteY523" fmla="*/ 5482889 h 6482443"/>
              <a:gd name="connsiteX524" fmla="*/ 4845222 w 5309507"/>
              <a:gd name="connsiteY524" fmla="*/ 5510583 h 6482443"/>
              <a:gd name="connsiteX525" fmla="*/ 5035620 w 5309507"/>
              <a:gd name="connsiteY525" fmla="*/ 5427500 h 6482443"/>
              <a:gd name="connsiteX526" fmla="*/ 5064087 w 5309507"/>
              <a:gd name="connsiteY526" fmla="*/ 5409851 h 6482443"/>
              <a:gd name="connsiteX527" fmla="*/ 5064087 w 5309507"/>
              <a:gd name="connsiteY527" fmla="*/ 5415739 h 6482443"/>
              <a:gd name="connsiteX528" fmla="*/ 5079581 w 5309507"/>
              <a:gd name="connsiteY528" fmla="*/ 5400245 h 6482443"/>
              <a:gd name="connsiteX529" fmla="*/ 5152882 w 5309507"/>
              <a:gd name="connsiteY529" fmla="*/ 5354801 h 6482443"/>
              <a:gd name="connsiteX530" fmla="*/ 5161345 w 5309507"/>
              <a:gd name="connsiteY530" fmla="*/ 5348960 h 6482443"/>
              <a:gd name="connsiteX531" fmla="*/ 5064087 w 5309507"/>
              <a:gd name="connsiteY531" fmla="*/ 5446218 h 6482443"/>
              <a:gd name="connsiteX532" fmla="*/ 5064087 w 5309507"/>
              <a:gd name="connsiteY532" fmla="*/ 5453838 h 6482443"/>
              <a:gd name="connsiteX533" fmla="*/ 5185939 w 5309507"/>
              <a:gd name="connsiteY533" fmla="*/ 5331986 h 6482443"/>
              <a:gd name="connsiteX534" fmla="*/ 5284321 w 5309507"/>
              <a:gd name="connsiteY534" fmla="*/ 5264085 h 6482443"/>
              <a:gd name="connsiteX535" fmla="*/ 5064087 w 5309507"/>
              <a:gd name="connsiteY535" fmla="*/ 5484319 h 6482443"/>
              <a:gd name="connsiteX536" fmla="*/ 5064087 w 5309507"/>
              <a:gd name="connsiteY536" fmla="*/ 5491938 h 6482443"/>
              <a:gd name="connsiteX537" fmla="*/ 5309507 w 5309507"/>
              <a:gd name="connsiteY537" fmla="*/ 5246518 h 6482443"/>
              <a:gd name="connsiteX538" fmla="*/ 5309507 w 5309507"/>
              <a:gd name="connsiteY538" fmla="*/ 5276998 h 6482443"/>
              <a:gd name="connsiteX539" fmla="*/ 5064087 w 5309507"/>
              <a:gd name="connsiteY539" fmla="*/ 5522418 h 6482443"/>
              <a:gd name="connsiteX540" fmla="*/ 5064087 w 5309507"/>
              <a:gd name="connsiteY540" fmla="*/ 5530038 h 6482443"/>
              <a:gd name="connsiteX541" fmla="*/ 5309507 w 5309507"/>
              <a:gd name="connsiteY541" fmla="*/ 5284618 h 6482443"/>
              <a:gd name="connsiteX542" fmla="*/ 5309507 w 5309507"/>
              <a:gd name="connsiteY542" fmla="*/ 5315098 h 6482443"/>
              <a:gd name="connsiteX543" fmla="*/ 5064087 w 5309507"/>
              <a:gd name="connsiteY543" fmla="*/ 5560518 h 6482443"/>
              <a:gd name="connsiteX544" fmla="*/ 5064087 w 5309507"/>
              <a:gd name="connsiteY544" fmla="*/ 5568138 h 6482443"/>
              <a:gd name="connsiteX545" fmla="*/ 5309507 w 5309507"/>
              <a:gd name="connsiteY545" fmla="*/ 5322718 h 6482443"/>
              <a:gd name="connsiteX546" fmla="*/ 5309507 w 5309507"/>
              <a:gd name="connsiteY546" fmla="*/ 5353198 h 6482443"/>
              <a:gd name="connsiteX547" fmla="*/ 5064087 w 5309507"/>
              <a:gd name="connsiteY547" fmla="*/ 5598618 h 6482443"/>
              <a:gd name="connsiteX548" fmla="*/ 5064087 w 5309507"/>
              <a:gd name="connsiteY548" fmla="*/ 5606238 h 6482443"/>
              <a:gd name="connsiteX549" fmla="*/ 5309507 w 5309507"/>
              <a:gd name="connsiteY549" fmla="*/ 5360818 h 6482443"/>
              <a:gd name="connsiteX550" fmla="*/ 5309507 w 5309507"/>
              <a:gd name="connsiteY550" fmla="*/ 5391298 h 6482443"/>
              <a:gd name="connsiteX551" fmla="*/ 5064087 w 5309507"/>
              <a:gd name="connsiteY551" fmla="*/ 5636718 h 6482443"/>
              <a:gd name="connsiteX552" fmla="*/ 5064087 w 5309507"/>
              <a:gd name="connsiteY552" fmla="*/ 5644339 h 6482443"/>
              <a:gd name="connsiteX553" fmla="*/ 5309507 w 5309507"/>
              <a:gd name="connsiteY553" fmla="*/ 5398919 h 6482443"/>
              <a:gd name="connsiteX554" fmla="*/ 5309507 w 5309507"/>
              <a:gd name="connsiteY554" fmla="*/ 5429398 h 6482443"/>
              <a:gd name="connsiteX555" fmla="*/ 5064087 w 5309507"/>
              <a:gd name="connsiteY555" fmla="*/ 5674818 h 6482443"/>
              <a:gd name="connsiteX556" fmla="*/ 5064087 w 5309507"/>
              <a:gd name="connsiteY556" fmla="*/ 5682439 h 6482443"/>
              <a:gd name="connsiteX557" fmla="*/ 5309507 w 5309507"/>
              <a:gd name="connsiteY557" fmla="*/ 5437019 h 6482443"/>
              <a:gd name="connsiteX558" fmla="*/ 5309507 w 5309507"/>
              <a:gd name="connsiteY558" fmla="*/ 5467499 h 6482443"/>
              <a:gd name="connsiteX559" fmla="*/ 5087824 w 5309507"/>
              <a:gd name="connsiteY559" fmla="*/ 5689182 h 6482443"/>
              <a:gd name="connsiteX560" fmla="*/ 5095443 w 5309507"/>
              <a:gd name="connsiteY560" fmla="*/ 5689182 h 6482443"/>
              <a:gd name="connsiteX561" fmla="*/ 5309507 w 5309507"/>
              <a:gd name="connsiteY561" fmla="*/ 5475118 h 6482443"/>
              <a:gd name="connsiteX562" fmla="*/ 5309507 w 5309507"/>
              <a:gd name="connsiteY562" fmla="*/ 5505599 h 6482443"/>
              <a:gd name="connsiteX563" fmla="*/ 5125924 w 5309507"/>
              <a:gd name="connsiteY563" fmla="*/ 5689182 h 6482443"/>
              <a:gd name="connsiteX564" fmla="*/ 5133543 w 5309507"/>
              <a:gd name="connsiteY564" fmla="*/ 5689182 h 6482443"/>
              <a:gd name="connsiteX565" fmla="*/ 5309507 w 5309507"/>
              <a:gd name="connsiteY565" fmla="*/ 5513218 h 6482443"/>
              <a:gd name="connsiteX566" fmla="*/ 5309507 w 5309507"/>
              <a:gd name="connsiteY566" fmla="*/ 5543698 h 6482443"/>
              <a:gd name="connsiteX567" fmla="*/ 5164023 w 5309507"/>
              <a:gd name="connsiteY567" fmla="*/ 5689182 h 6482443"/>
              <a:gd name="connsiteX568" fmla="*/ 5171643 w 5309507"/>
              <a:gd name="connsiteY568" fmla="*/ 5689182 h 6482443"/>
              <a:gd name="connsiteX569" fmla="*/ 5309507 w 5309507"/>
              <a:gd name="connsiteY569" fmla="*/ 5551318 h 6482443"/>
              <a:gd name="connsiteX570" fmla="*/ 5309507 w 5309507"/>
              <a:gd name="connsiteY570" fmla="*/ 5581798 h 6482443"/>
              <a:gd name="connsiteX571" fmla="*/ 5202123 w 5309507"/>
              <a:gd name="connsiteY571" fmla="*/ 5689182 h 6482443"/>
              <a:gd name="connsiteX572" fmla="*/ 5209743 w 5309507"/>
              <a:gd name="connsiteY572" fmla="*/ 5689182 h 6482443"/>
              <a:gd name="connsiteX573" fmla="*/ 5309507 w 5309507"/>
              <a:gd name="connsiteY573" fmla="*/ 5589418 h 6482443"/>
              <a:gd name="connsiteX574" fmla="*/ 5309507 w 5309507"/>
              <a:gd name="connsiteY574" fmla="*/ 5619898 h 6482443"/>
              <a:gd name="connsiteX575" fmla="*/ 5240223 w 5309507"/>
              <a:gd name="connsiteY575" fmla="*/ 5689182 h 6482443"/>
              <a:gd name="connsiteX576" fmla="*/ 5247844 w 5309507"/>
              <a:gd name="connsiteY576" fmla="*/ 5689182 h 6482443"/>
              <a:gd name="connsiteX577" fmla="*/ 5309507 w 5309507"/>
              <a:gd name="connsiteY577" fmla="*/ 5627519 h 6482443"/>
              <a:gd name="connsiteX578" fmla="*/ 5309507 w 5309507"/>
              <a:gd name="connsiteY578" fmla="*/ 5657998 h 6482443"/>
              <a:gd name="connsiteX579" fmla="*/ 5278323 w 5309507"/>
              <a:gd name="connsiteY579" fmla="*/ 5689182 h 6482443"/>
              <a:gd name="connsiteX580" fmla="*/ 5285944 w 5309507"/>
              <a:gd name="connsiteY580" fmla="*/ 5689182 h 6482443"/>
              <a:gd name="connsiteX581" fmla="*/ 5309507 w 5309507"/>
              <a:gd name="connsiteY581" fmla="*/ 5665619 h 6482443"/>
              <a:gd name="connsiteX582" fmla="*/ 5309507 w 5309507"/>
              <a:gd name="connsiteY582" fmla="*/ 6482443 h 6482443"/>
              <a:gd name="connsiteX583" fmla="*/ 0 w 5309507"/>
              <a:gd name="connsiteY583" fmla="*/ 6482443 h 6482443"/>
              <a:gd name="connsiteX584" fmla="*/ 0 w 5309507"/>
              <a:gd name="connsiteY584" fmla="*/ 898364 h 6482443"/>
              <a:gd name="connsiteX585" fmla="*/ 69868 w 5309507"/>
              <a:gd name="connsiteY585" fmla="*/ 867618 h 6482443"/>
              <a:gd name="connsiteX586" fmla="*/ 180648 w 5309507"/>
              <a:gd name="connsiteY586" fmla="*/ 701450 h 6482443"/>
              <a:gd name="connsiteX587" fmla="*/ 97563 w 5309507"/>
              <a:gd name="connsiteY587" fmla="*/ 507618 h 6482443"/>
              <a:gd name="connsiteX588" fmla="*/ 14479 w 5309507"/>
              <a:gd name="connsiteY588" fmla="*/ 369145 h 6482443"/>
              <a:gd name="connsiteX589" fmla="*/ 208343 w 5309507"/>
              <a:gd name="connsiteY589" fmla="*/ 147588 h 6482443"/>
              <a:gd name="connsiteX590" fmla="*/ 403072 w 5309507"/>
              <a:gd name="connsiteY590" fmla="*/ 22975 h 6482443"/>
              <a:gd name="connsiteX591" fmla="*/ 0 w 5309507"/>
              <a:gd name="connsiteY591" fmla="*/ 0 h 6482443"/>
              <a:gd name="connsiteX592" fmla="*/ 244691 w 5309507"/>
              <a:gd name="connsiteY592" fmla="*/ 0 h 6482443"/>
              <a:gd name="connsiteX593" fmla="*/ 212670 w 5309507"/>
              <a:gd name="connsiteY593" fmla="*/ 18653 h 6482443"/>
              <a:gd name="connsiteX594" fmla="*/ 97563 w 5309507"/>
              <a:gd name="connsiteY594" fmla="*/ 92199 h 6482443"/>
              <a:gd name="connsiteX595" fmla="*/ 9295 w 5309507"/>
              <a:gd name="connsiteY595" fmla="*/ 146561 h 6482443"/>
              <a:gd name="connsiteX596" fmla="*/ 0 w 5309507"/>
              <a:gd name="connsiteY596" fmla="*/ 153552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4540608" y="4541332"/>
                </a:moveTo>
                <a:cubicBezTo>
                  <a:pt x="4457524" y="4541332"/>
                  <a:pt x="4402134" y="4569027"/>
                  <a:pt x="4346745" y="4596721"/>
                </a:cubicBezTo>
                <a:cubicBezTo>
                  <a:pt x="4291355" y="4624416"/>
                  <a:pt x="4263660" y="4707500"/>
                  <a:pt x="4235966" y="4762860"/>
                </a:cubicBezTo>
                <a:cubicBezTo>
                  <a:pt x="4235966" y="4818249"/>
                  <a:pt x="4263660" y="4901332"/>
                  <a:pt x="4319050" y="4956721"/>
                </a:cubicBezTo>
                <a:cubicBezTo>
                  <a:pt x="4374440" y="5012110"/>
                  <a:pt x="4402134" y="5067500"/>
                  <a:pt x="4402134" y="5095194"/>
                </a:cubicBezTo>
                <a:cubicBezTo>
                  <a:pt x="4374440" y="5150583"/>
                  <a:pt x="4319050" y="5233638"/>
                  <a:pt x="4208271" y="5316721"/>
                </a:cubicBezTo>
                <a:cubicBezTo>
                  <a:pt x="4152910" y="5372110"/>
                  <a:pt x="4069826" y="5427500"/>
                  <a:pt x="3931352" y="5482889"/>
                </a:cubicBezTo>
                <a:lnTo>
                  <a:pt x="3959047" y="5565972"/>
                </a:lnTo>
                <a:cubicBezTo>
                  <a:pt x="4069826" y="5538278"/>
                  <a:pt x="4208271" y="5482889"/>
                  <a:pt x="4346745" y="5372110"/>
                </a:cubicBezTo>
                <a:cubicBezTo>
                  <a:pt x="4595998" y="5205943"/>
                  <a:pt x="4734443" y="5039805"/>
                  <a:pt x="4762138" y="4845943"/>
                </a:cubicBezTo>
                <a:cubicBezTo>
                  <a:pt x="4789832" y="4762860"/>
                  <a:pt x="4789832" y="4679805"/>
                  <a:pt x="4734443" y="4624416"/>
                </a:cubicBezTo>
                <a:cubicBezTo>
                  <a:pt x="4679053" y="4569027"/>
                  <a:pt x="4623693" y="4541332"/>
                  <a:pt x="4540608" y="4541332"/>
                </a:cubicBezTo>
                <a:close/>
                <a:moveTo>
                  <a:pt x="5309507" y="4483567"/>
                </a:moveTo>
                <a:lnTo>
                  <a:pt x="5309507" y="4490708"/>
                </a:lnTo>
                <a:lnTo>
                  <a:pt x="5301377" y="4491697"/>
                </a:lnTo>
                <a:close/>
                <a:moveTo>
                  <a:pt x="5309507" y="4445466"/>
                </a:moveTo>
                <a:lnTo>
                  <a:pt x="5309507" y="4475946"/>
                </a:lnTo>
                <a:lnTo>
                  <a:pt x="5292699" y="4492754"/>
                </a:lnTo>
                <a:lnTo>
                  <a:pt x="5291771" y="4492867"/>
                </a:lnTo>
                <a:cubicBezTo>
                  <a:pt x="5276193" y="4496329"/>
                  <a:pt x="5261480" y="4501521"/>
                  <a:pt x="5247200" y="4509310"/>
                </a:cubicBezTo>
                <a:lnTo>
                  <a:pt x="5240717" y="4514256"/>
                </a:ln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448563" y="0"/>
                </a:moveTo>
                <a:lnTo>
                  <a:pt x="1159658" y="0"/>
                </a:lnTo>
                <a:lnTo>
                  <a:pt x="1125681" y="19516"/>
                </a:lnTo>
                <a:cubicBezTo>
                  <a:pt x="1052986" y="64512"/>
                  <a:pt x="969908" y="119894"/>
                  <a:pt x="872991" y="175283"/>
                </a:cubicBezTo>
                <a:cubicBezTo>
                  <a:pt x="679126" y="286061"/>
                  <a:pt x="568347" y="452229"/>
                  <a:pt x="540652" y="618367"/>
                </a:cubicBezTo>
                <a:cubicBezTo>
                  <a:pt x="512986" y="729145"/>
                  <a:pt x="540652" y="812229"/>
                  <a:pt x="568347" y="867618"/>
                </a:cubicBezTo>
                <a:cubicBezTo>
                  <a:pt x="596042" y="923007"/>
                  <a:pt x="679126" y="950701"/>
                  <a:pt x="734516" y="950701"/>
                </a:cubicBezTo>
                <a:cubicBezTo>
                  <a:pt x="817601" y="950701"/>
                  <a:pt x="900685" y="923007"/>
                  <a:pt x="928380" y="867618"/>
                </a:cubicBezTo>
                <a:cubicBezTo>
                  <a:pt x="956046" y="812229"/>
                  <a:pt x="1011436" y="756839"/>
                  <a:pt x="1011436" y="701450"/>
                </a:cubicBezTo>
                <a:cubicBezTo>
                  <a:pt x="1011436" y="646061"/>
                  <a:pt x="983741" y="563007"/>
                  <a:pt x="928380" y="507618"/>
                </a:cubicBezTo>
                <a:cubicBezTo>
                  <a:pt x="872991" y="452229"/>
                  <a:pt x="845296" y="396839"/>
                  <a:pt x="845296" y="369145"/>
                </a:cubicBezTo>
                <a:cubicBezTo>
                  <a:pt x="872991" y="313756"/>
                  <a:pt x="900685" y="258367"/>
                  <a:pt x="1011436" y="175283"/>
                </a:cubicBezTo>
                <a:cubicBezTo>
                  <a:pt x="1066826" y="133741"/>
                  <a:pt x="1122215" y="99123"/>
                  <a:pt x="1177605" y="67970"/>
                </a:cubicBezTo>
                <a:lnTo>
                  <a:pt x="1308148" y="0"/>
                </a:ln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208582" y="4538771"/>
                </a:lnTo>
                <a:lnTo>
                  <a:pt x="5205225" y="4541332"/>
                </a:lnTo>
                <a:lnTo>
                  <a:pt x="5199592" y="4547761"/>
                </a:lnTo>
                <a:lnTo>
                  <a:pt x="5064087" y="4683266"/>
                </a:lnTo>
                <a:lnTo>
                  <a:pt x="5064087" y="4690886"/>
                </a:lnTo>
                <a:lnTo>
                  <a:pt x="5162463" y="4592510"/>
                </a:lnTo>
                <a:lnTo>
                  <a:pt x="5139465" y="4627878"/>
                </a:lnTo>
                <a:lnTo>
                  <a:pt x="5122876" y="4662577"/>
                </a:lnTo>
                <a:lnTo>
                  <a:pt x="5064087" y="4721366"/>
                </a:lnTo>
                <a:lnTo>
                  <a:pt x="5064087" y="4728987"/>
                </a:lnTo>
                <a:lnTo>
                  <a:pt x="5115896" y="4677178"/>
                </a:lnTo>
                <a:lnTo>
                  <a:pt x="5115674" y="4677641"/>
                </a:lnTo>
                <a:lnTo>
                  <a:pt x="5098042" y="4725512"/>
                </a:lnTo>
                <a:lnTo>
                  <a:pt x="5064087" y="4759466"/>
                </a:lnTo>
                <a:lnTo>
                  <a:pt x="5064087" y="4767087"/>
                </a:lnTo>
                <a:lnTo>
                  <a:pt x="5094600" y="4736575"/>
                </a:lnTo>
                <a:lnTo>
                  <a:pt x="5097123" y="4764532"/>
                </a:lnTo>
                <a:lnTo>
                  <a:pt x="5064087" y="4797567"/>
                </a:lnTo>
                <a:lnTo>
                  <a:pt x="5064087" y="4805186"/>
                </a:lnTo>
                <a:lnTo>
                  <a:pt x="5097753" y="4771520"/>
                </a:lnTo>
                <a:lnTo>
                  <a:pt x="5099667" y="4792730"/>
                </a:lnTo>
                <a:lnTo>
                  <a:pt x="5101421" y="4798333"/>
                </a:lnTo>
                <a:lnTo>
                  <a:pt x="5064087" y="4835667"/>
                </a:lnTo>
                <a:lnTo>
                  <a:pt x="5064087" y="4843286"/>
                </a:lnTo>
                <a:lnTo>
                  <a:pt x="5103238" y="4804136"/>
                </a:lnTo>
                <a:lnTo>
                  <a:pt x="5110504" y="4827349"/>
                </a:lnTo>
                <a:lnTo>
                  <a:pt x="5064087" y="4873766"/>
                </a:lnTo>
                <a:lnTo>
                  <a:pt x="5064087" y="4881386"/>
                </a:lnTo>
                <a:lnTo>
                  <a:pt x="5112321" y="4833152"/>
                </a:lnTo>
                <a:lnTo>
                  <a:pt x="5115242" y="4842485"/>
                </a:lnTo>
                <a:lnTo>
                  <a:pt x="5121950" y="4854003"/>
                </a:lnTo>
                <a:lnTo>
                  <a:pt x="5064087" y="4911866"/>
                </a:lnTo>
                <a:lnTo>
                  <a:pt x="5064087" y="4919486"/>
                </a:lnTo>
                <a:lnTo>
                  <a:pt x="5124755" y="4858819"/>
                </a:lnTo>
                <a:lnTo>
                  <a:pt x="5135973" y="4878081"/>
                </a:lnTo>
                <a:lnTo>
                  <a:pt x="5064087" y="4949966"/>
                </a:lnTo>
                <a:lnTo>
                  <a:pt x="5064087" y="4957587"/>
                </a:lnTo>
                <a:lnTo>
                  <a:pt x="5138777" y="4882897"/>
                </a:lnTo>
                <a:lnTo>
                  <a:pt x="5141198" y="4887053"/>
                </a:lnTo>
                <a:lnTo>
                  <a:pt x="5152288" y="4899865"/>
                </a:lnTo>
                <a:lnTo>
                  <a:pt x="5064087" y="4988066"/>
                </a:lnTo>
                <a:lnTo>
                  <a:pt x="5064087" y="4995687"/>
                </a:lnTo>
                <a:lnTo>
                  <a:pt x="5155824" y="4903950"/>
                </a:lnTo>
                <a:lnTo>
                  <a:pt x="5169966" y="4920288"/>
                </a:lnTo>
                <a:lnTo>
                  <a:pt x="5064087" y="5026167"/>
                </a:lnTo>
                <a:lnTo>
                  <a:pt x="5064087" y="5033786"/>
                </a:lnTo>
                <a:lnTo>
                  <a:pt x="5173501" y="4924372"/>
                </a:lnTo>
                <a:lnTo>
                  <a:pt x="5177530" y="4929027"/>
                </a:lnTo>
                <a:lnTo>
                  <a:pt x="5187759" y="4940595"/>
                </a:lnTo>
                <a:lnTo>
                  <a:pt x="5064087" y="5064267"/>
                </a:lnTo>
                <a:lnTo>
                  <a:pt x="5064087" y="5071886"/>
                </a:lnTo>
                <a:lnTo>
                  <a:pt x="5191335" y="4944639"/>
                </a:lnTo>
                <a:lnTo>
                  <a:pt x="5205638" y="4960815"/>
                </a:lnTo>
                <a:lnTo>
                  <a:pt x="5064087" y="5102366"/>
                </a:lnTo>
                <a:lnTo>
                  <a:pt x="5064087" y="5109986"/>
                </a:lnTo>
                <a:lnTo>
                  <a:pt x="5209214" y="4964859"/>
                </a:lnTo>
                <a:lnTo>
                  <a:pt x="5213880" y="4970136"/>
                </a:lnTo>
                <a:lnTo>
                  <a:pt x="5222150" y="4982403"/>
                </a:lnTo>
                <a:lnTo>
                  <a:pt x="5064087" y="5140466"/>
                </a:lnTo>
                <a:lnTo>
                  <a:pt x="5064087" y="5148086"/>
                </a:lnTo>
                <a:lnTo>
                  <a:pt x="5225218" y="4986955"/>
                </a:lnTo>
                <a:lnTo>
                  <a:pt x="5237492" y="5005161"/>
                </a:lnTo>
                <a:lnTo>
                  <a:pt x="5064087" y="5178566"/>
                </a:lnTo>
                <a:lnTo>
                  <a:pt x="5064087" y="5186186"/>
                </a:lnTo>
                <a:lnTo>
                  <a:pt x="5240411" y="5009862"/>
                </a:lnTo>
                <a:lnTo>
                  <a:pt x="5250122" y="5030632"/>
                </a:lnTo>
                <a:lnTo>
                  <a:pt x="5064087" y="5216666"/>
                </a:lnTo>
                <a:lnTo>
                  <a:pt x="5064087" y="5224287"/>
                </a:lnTo>
                <a:lnTo>
                  <a:pt x="5252550" y="5035825"/>
                </a:lnTo>
                <a:lnTo>
                  <a:pt x="5255422" y="5041969"/>
                </a:lnTo>
                <a:lnTo>
                  <a:pt x="5259050" y="5059804"/>
                </a:lnTo>
                <a:lnTo>
                  <a:pt x="5064087" y="5254766"/>
                </a:lnTo>
                <a:lnTo>
                  <a:pt x="5064087" y="5262386"/>
                </a:lnTo>
                <a:lnTo>
                  <a:pt x="5260338" y="5066136"/>
                </a:lnTo>
                <a:lnTo>
                  <a:pt x="5260615" y="5067500"/>
                </a:lnTo>
                <a:cubicBezTo>
                  <a:pt x="5260615" y="5077885"/>
                  <a:pt x="5259317" y="5088270"/>
                  <a:pt x="5256829" y="5098655"/>
                </a:cubicBezTo>
                <a:lnTo>
                  <a:pt x="5256034" y="5100920"/>
                </a:lnTo>
                <a:lnTo>
                  <a:pt x="5064087" y="5292867"/>
                </a:lnTo>
                <a:lnTo>
                  <a:pt x="5064087" y="5300486"/>
                </a:lnTo>
                <a:lnTo>
                  <a:pt x="5251919" y="5112655"/>
                </a:lnTo>
                <a:lnTo>
                  <a:pt x="5245902" y="5129808"/>
                </a:lnTo>
                <a:lnTo>
                  <a:pt x="5209528" y="5185525"/>
                </a:lnTo>
                <a:lnTo>
                  <a:pt x="5127292" y="5267761"/>
                </a:lnTo>
                <a:lnTo>
                  <a:pt x="5066780" y="5316721"/>
                </a:lnTo>
                <a:cubicBezTo>
                  <a:pt x="4983696" y="5372110"/>
                  <a:pt x="4900612" y="5427500"/>
                  <a:pt x="4789832" y="5482889"/>
                </a:cubicBezTo>
                <a:lnTo>
                  <a:pt x="4845222" y="5510583"/>
                </a:lnTo>
                <a:cubicBezTo>
                  <a:pt x="4900612" y="5496736"/>
                  <a:pt x="4962925" y="5469041"/>
                  <a:pt x="5035620" y="5427500"/>
                </a:cubicBezTo>
                <a:lnTo>
                  <a:pt x="5064087" y="5409851"/>
                </a:lnTo>
                <a:lnTo>
                  <a:pt x="5064087" y="5415739"/>
                </a:lnTo>
                <a:lnTo>
                  <a:pt x="5079581" y="5400245"/>
                </a:lnTo>
                <a:lnTo>
                  <a:pt x="5152882" y="5354801"/>
                </a:lnTo>
                <a:lnTo>
                  <a:pt x="5161345" y="5348960"/>
                </a:lnTo>
                <a:lnTo>
                  <a:pt x="5064087" y="5446218"/>
                </a:lnTo>
                <a:lnTo>
                  <a:pt x="5064087" y="5453838"/>
                </a:lnTo>
                <a:lnTo>
                  <a:pt x="5185939" y="5331986"/>
                </a:lnTo>
                <a:lnTo>
                  <a:pt x="5284321" y="5264085"/>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lnTo>
                  <a:pt x="0" y="898364"/>
                </a:lnTo>
                <a:lnTo>
                  <a:pt x="69868" y="867618"/>
                </a:lnTo>
                <a:cubicBezTo>
                  <a:pt x="125258" y="839923"/>
                  <a:pt x="152953" y="756839"/>
                  <a:pt x="180648" y="701450"/>
                </a:cubicBezTo>
                <a:cubicBezTo>
                  <a:pt x="180648" y="618367"/>
                  <a:pt x="152953" y="563007"/>
                  <a:pt x="97563" y="507618"/>
                </a:cubicBezTo>
                <a:cubicBezTo>
                  <a:pt x="42173" y="452229"/>
                  <a:pt x="14479" y="396839"/>
                  <a:pt x="14479" y="369145"/>
                </a:cubicBezTo>
                <a:cubicBezTo>
                  <a:pt x="42173" y="313756"/>
                  <a:pt x="97563" y="230672"/>
                  <a:pt x="208343" y="147588"/>
                </a:cubicBezTo>
                <a:cubicBezTo>
                  <a:pt x="249885" y="106047"/>
                  <a:pt x="322584" y="64505"/>
                  <a:pt x="403072" y="22975"/>
                </a:cubicBezTo>
                <a:close/>
                <a:moveTo>
                  <a:pt x="0" y="0"/>
                </a:moveTo>
                <a:lnTo>
                  <a:pt x="244691" y="0"/>
                </a:lnTo>
                <a:lnTo>
                  <a:pt x="212670" y="18653"/>
                </a:lnTo>
                <a:cubicBezTo>
                  <a:pt x="177186" y="40285"/>
                  <a:pt x="139106" y="64512"/>
                  <a:pt x="97563" y="92199"/>
                </a:cubicBezTo>
                <a:cubicBezTo>
                  <a:pt x="66410" y="109508"/>
                  <a:pt x="36988" y="127683"/>
                  <a:pt x="9295" y="146561"/>
                </a:cubicBezTo>
                <a:lnTo>
                  <a:pt x="0" y="153552"/>
                </a:lnTo>
                <a:close/>
              </a:path>
            </a:pathLst>
          </a:custGeom>
          <a:solidFill>
            <a:schemeClr val="bg2">
              <a:lumMod val="60000"/>
              <a:lumOff val="40000"/>
            </a:schemeClr>
          </a:solidFill>
        </p:spPr>
        <p:txBody>
          <a:bodyPr wrap="square">
            <a:noAutofit/>
          </a:bodyPr>
          <a:lstStyle/>
          <a:p>
            <a:r>
              <a:rPr lang="en-US"/>
              <a:t>Click icon to add picture</a:t>
            </a:r>
            <a:endParaRPr lang="en-GB"/>
          </a:p>
        </p:txBody>
      </p:sp>
      <p:sp>
        <p:nvSpPr>
          <p:cNvPr id="4" name="Tijdelijke aanduiding voor tekst 3">
            <a:extLst>
              <a:ext uri="{FF2B5EF4-FFF2-40B4-BE49-F238E27FC236}">
                <a16:creationId xmlns:a16="http://schemas.microsoft.com/office/drawing/2014/main" id="{E0080C06-D9FE-4341-B9BB-294B1D177392}"/>
              </a:ext>
            </a:extLst>
          </p:cNvPr>
          <p:cNvSpPr>
            <a:spLocks noGrp="1"/>
          </p:cNvSpPr>
          <p:nvPr>
            <p:ph type="body" sz="quarter" idx="15" hasCustomPrompt="1"/>
          </p:nvPr>
        </p:nvSpPr>
        <p:spPr>
          <a:xfrm>
            <a:off x="1584493" y="1967802"/>
            <a:ext cx="5297999" cy="3433698"/>
          </a:xfrm>
          <a:solidFill>
            <a:schemeClr val="bg2"/>
          </a:solidFill>
        </p:spPr>
        <p:txBody>
          <a:bodyPr lIns="540000" tIns="180000" rIns="540000" bIns="180000" anchor="ctr">
            <a:normAutofit/>
          </a:bodyPr>
          <a:lstStyle>
            <a:lvl1pPr>
              <a:defRPr sz="2800" b="1" i="1">
                <a:solidFill>
                  <a:schemeClr val="bg1"/>
                </a:solidFill>
                <a:latin typeface="Segoe UI Black" panose="020B0502040204020203" pitchFamily="34" charset="0"/>
                <a:cs typeface="Segoe UI Black" panose="020B0502040204020203"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a:t>“Quote”</a:t>
            </a:r>
            <a:endParaRPr lang="en-GB"/>
          </a:p>
        </p:txBody>
      </p:sp>
    </p:spTree>
    <p:extLst>
      <p:ext uri="{BB962C8B-B14F-4D97-AF65-F5344CB8AC3E}">
        <p14:creationId xmlns:p14="http://schemas.microsoft.com/office/powerpoint/2010/main" val="42333652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co Titel">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56" name="Graphic 2">
            <a:extLst>
              <a:ext uri="{FF2B5EF4-FFF2-40B4-BE49-F238E27FC236}">
                <a16:creationId xmlns:a16="http://schemas.microsoft.com/office/drawing/2014/main" id="{A27E31F1-95D1-F84A-85CD-89CCA2E6CE32}"/>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3488993B-BAB4-3548-8154-141C13B85244}"/>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C0CE28B1-8728-1D46-87CC-1ADFCCF4D54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00979594-4A91-2E4E-AE30-408203EFD62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608E5EFE-2D5D-D746-892D-00E8F0B674A8}"/>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420039E6-7254-CC4B-91BF-262E7434170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7F2B5791-C51B-444C-BC37-8C8E2FA3DAB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BF433896-7653-934E-A9CB-8892AF36067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2838A954-0D2A-9F4B-B6B6-37C3A45393D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1E6594B6-A157-D744-AF50-5EE071CBDF2A}"/>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5FAFF469-FE28-4843-8EAD-ED2C00B8BAF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0D9930B6-B537-3C4A-A6FD-2996D2EF0AFD}"/>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8281622-FD27-7246-8203-4274E59C1F0A}"/>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DBA95523-B010-B048-AF0B-8D22EB46753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ADE3F1B8-181A-AB45-95E0-CB4100F765C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460C174F-B337-984E-A6F0-A36F433E486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5D04A1C-06F6-C845-9B18-6975B81681A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26B6D654-C277-3848-AA14-1D75A0A9E84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5027111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56" name="Graphic 2">
            <a:extLst>
              <a:ext uri="{FF2B5EF4-FFF2-40B4-BE49-F238E27FC236}">
                <a16:creationId xmlns:a16="http://schemas.microsoft.com/office/drawing/2014/main" id="{2136E5C0-D1FF-FC4B-896E-B394DDB15F56}"/>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4CD81647-85B8-7844-86C7-B2921B5012A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35E25098-3637-E84F-888A-AC6022D7EE8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2530481B-59EC-FA47-A270-6E9EDB3D75E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EA1CEE58-C063-8B42-9DE1-67A76B22C515}"/>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F42EBEAF-AAFF-7747-9080-E6373875131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6F856481-9CF3-DC43-BAAB-3B4D7EDE4EB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1A281D1-00DA-354C-A1AD-FE920D954C19}"/>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A4034D7-422E-7940-B97C-B1E6F97C905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50DEEE45-B848-DF4C-97B3-2AEA5DF43CC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CCB88AA6-2B49-8945-8DD6-B076DDA416C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88C8A3F9-1B4C-7848-B3B3-45177A3930B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037961E8-7F40-C846-AD70-8A8BA544136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CC50B40C-422C-A847-B9ED-C456B2D28C09}"/>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89622292-5CD6-5444-A7D4-AB4EBA86FE3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7823AFA-155E-AF47-B5D1-2CFF7C6C87E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8B64C00-68F1-F348-A264-0693C219EAE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1A224147-619F-5548-A6FC-028680710DC9}"/>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33067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rt Presentatie">
    <p:spTree>
      <p:nvGrpSpPr>
        <p:cNvPr id="1" name=""/>
        <p:cNvGrpSpPr/>
        <p:nvPr/>
      </p:nvGrpSpPr>
      <p:grpSpPr>
        <a:xfrm>
          <a:off x="0" y="0"/>
          <a:ext cx="0" cy="0"/>
          <a:chOff x="0" y="0"/>
          <a:chExt cx="0" cy="0"/>
        </a:xfrm>
      </p:grpSpPr>
      <p:sp>
        <p:nvSpPr>
          <p:cNvPr id="85" name="Rechthoek 84">
            <a:extLst>
              <a:ext uri="{FF2B5EF4-FFF2-40B4-BE49-F238E27FC236}">
                <a16:creationId xmlns:a16="http://schemas.microsoft.com/office/drawing/2014/main" id="{F4B8C8E2-6EBA-3843-B0EA-96F36F4C5E72}"/>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Tijdelijke aanduiding voor tekst 11">
            <a:extLst>
              <a:ext uri="{FF2B5EF4-FFF2-40B4-BE49-F238E27FC236}">
                <a16:creationId xmlns:a16="http://schemas.microsoft.com/office/drawing/2014/main" id="{5D4B6F17-E28E-5F43-8F9A-81D4BF18C853}"/>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78" name="Graphic 2">
            <a:extLst>
              <a:ext uri="{FF2B5EF4-FFF2-40B4-BE49-F238E27FC236}">
                <a16:creationId xmlns:a16="http://schemas.microsoft.com/office/drawing/2014/main" id="{576497CC-CB04-F541-A383-18E8D2FB2602}"/>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D82E6059-EA8D-B544-A5EE-EB1FC20B9B1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AC4753C5-66F6-B643-AA73-5B2D3C051CC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C50DF757-BE4D-4D41-B3FB-6A197A9286CA}"/>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5CE0811B-809B-2144-BE3D-2E39B8D9D5A4}"/>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18A0B285-8485-934F-8EBF-895C1C665DC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2ECACA00-F252-7048-8382-5E9FC4B376A6}"/>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A5C35B16-4ED8-B24C-ACE2-FB26C2B3725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FE6B0ED5-305C-2241-8118-8068E323CB1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5237AEC2-0F46-8742-A6AC-98DB91E42104}"/>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69C002E2-AA29-9141-A732-60ACD943D5C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CE9CFE48-4A8E-FB4A-957E-54D80FE2185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23C151DC-6EF8-F445-82B1-ED231A9F987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F44818A7-DA61-734B-BB74-5AACAA342F65}"/>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097B0F1D-B40A-B249-8286-72019C6730E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5F4FC18D-BF55-2A4C-9D6E-6D18B68600C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E87DA95-D40B-1649-AEC1-B50D4B2851E9}"/>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3B558632-7E76-C54C-B8B9-0F3DCB7D0D28}"/>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00" name="Tijdelijke aanduiding voor afbeelding 96">
            <a:extLst>
              <a:ext uri="{FF2B5EF4-FFF2-40B4-BE49-F238E27FC236}">
                <a16:creationId xmlns:a16="http://schemas.microsoft.com/office/drawing/2014/main" id="{8EC59049-C9CB-C144-89C4-CDF6B57EBB5D}"/>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335239114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rt Presentatie Light">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Tijdelijke aanduiding voor tekst 11">
            <a:extLst>
              <a:ext uri="{FF2B5EF4-FFF2-40B4-BE49-F238E27FC236}">
                <a16:creationId xmlns:a16="http://schemas.microsoft.com/office/drawing/2014/main" id="{8E2C749E-1A7A-4E4B-9A15-ACE665A7B110}"/>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78" name="Graphic 2">
            <a:extLst>
              <a:ext uri="{FF2B5EF4-FFF2-40B4-BE49-F238E27FC236}">
                <a16:creationId xmlns:a16="http://schemas.microsoft.com/office/drawing/2014/main" id="{A7577463-18A2-4645-A8AA-DC4E4F00D539}"/>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D65EC8CA-869A-3A40-8CB4-ADB0834B602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0DD7A28-AC59-BF49-96E2-05928F0BB4C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328254CC-A3B6-134A-9EDD-1D2673CADA8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A7E4ACDC-B47D-8345-B36F-62D764832238}"/>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4E837B4A-AB44-694B-BDE8-77230362E5C7}"/>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C09867E3-470D-1B40-BF57-517C76BBB5BC}"/>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5" name="Vrije vorm 84">
                <a:extLst>
                  <a:ext uri="{FF2B5EF4-FFF2-40B4-BE49-F238E27FC236}">
                    <a16:creationId xmlns:a16="http://schemas.microsoft.com/office/drawing/2014/main" id="{2E54B1C1-A86B-1548-BE2A-0F341F1D8EE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BC529F39-3204-6547-A8E2-5F4D8C2BF850}"/>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32D37205-C4CF-154A-8D8D-0148F7A6B387}"/>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F2154A47-4B88-CE46-8AC1-2B048EB79F6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9D41D235-7685-D847-90C0-69A09A1CD12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25EADCF9-6820-1F43-89C1-984C221D974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9B15F056-10E5-754A-941E-1547A82FED7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EC3EBA00-C21E-0B40-9FC0-D57129EA701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EA71B6CE-7E8B-4448-B217-E5326DE5628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12198F24-85A2-134D-8764-DEF08C2E132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98AB28E4-9EEB-EE42-AB48-682C30E6669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99" name="Tijdelijke aanduiding voor afbeelding 96">
            <a:extLst>
              <a:ext uri="{FF2B5EF4-FFF2-40B4-BE49-F238E27FC236}">
                <a16:creationId xmlns:a16="http://schemas.microsoft.com/office/drawing/2014/main" id="{6AF11C45-ECBA-2449-9793-42DA943C364B}"/>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2899733841"/>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rt Presentatie Logo">
    <p:spTree>
      <p:nvGrpSpPr>
        <p:cNvPr id="1" name=""/>
        <p:cNvGrpSpPr/>
        <p:nvPr/>
      </p:nvGrpSpPr>
      <p:grpSpPr>
        <a:xfrm>
          <a:off x="0" y="0"/>
          <a:ext cx="0" cy="0"/>
          <a:chOff x="0" y="0"/>
          <a:chExt cx="0" cy="0"/>
        </a:xfrm>
      </p:grpSpPr>
      <p:sp>
        <p:nvSpPr>
          <p:cNvPr id="85" name="Rechthoek 84">
            <a:extLst>
              <a:ext uri="{FF2B5EF4-FFF2-40B4-BE49-F238E27FC236}">
                <a16:creationId xmlns:a16="http://schemas.microsoft.com/office/drawing/2014/main" id="{8BF0CA3C-29A1-8B4D-8823-31C2F4AB276A}"/>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6" name="Tijdelijke aanduiding voor tekst 11">
            <a:extLst>
              <a:ext uri="{FF2B5EF4-FFF2-40B4-BE49-F238E27FC236}">
                <a16:creationId xmlns:a16="http://schemas.microsoft.com/office/drawing/2014/main" id="{72531F1C-B7D5-3A49-BFB5-011022334063}"/>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152" name="Graphic 2">
            <a:extLst>
              <a:ext uri="{FF2B5EF4-FFF2-40B4-BE49-F238E27FC236}">
                <a16:creationId xmlns:a16="http://schemas.microsoft.com/office/drawing/2014/main" id="{092F1C27-956F-464B-99AD-040C9EE48832}"/>
              </a:ext>
            </a:extLst>
          </p:cNvPr>
          <p:cNvGrpSpPr>
            <a:grpSpLocks noChangeAspect="1"/>
          </p:cNvGrpSpPr>
          <p:nvPr userDrawn="1"/>
        </p:nvGrpSpPr>
        <p:grpSpPr>
          <a:xfrm>
            <a:off x="8369357" y="1642969"/>
            <a:ext cx="2200031" cy="787216"/>
            <a:chOff x="-1597345" y="233060"/>
            <a:chExt cx="9980364" cy="3571175"/>
          </a:xfrm>
        </p:grpSpPr>
        <p:sp>
          <p:nvSpPr>
            <p:cNvPr id="155" name="Vrije vorm 154">
              <a:extLst>
                <a:ext uri="{FF2B5EF4-FFF2-40B4-BE49-F238E27FC236}">
                  <a16:creationId xmlns:a16="http://schemas.microsoft.com/office/drawing/2014/main" id="{245B8CF8-9C32-B845-B160-C84921F6833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73A5A5E8-0D10-294B-8105-C654E924447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B74A7B04-3D9C-374E-86D8-779FDEAE635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8" name="Graphic 2">
              <a:extLst>
                <a:ext uri="{FF2B5EF4-FFF2-40B4-BE49-F238E27FC236}">
                  <a16:creationId xmlns:a16="http://schemas.microsoft.com/office/drawing/2014/main" id="{BE21B2E4-200B-E94E-9480-03E7891F523A}"/>
                </a:ext>
              </a:extLst>
            </p:cNvPr>
            <p:cNvGrpSpPr/>
            <p:nvPr/>
          </p:nvGrpSpPr>
          <p:grpSpPr>
            <a:xfrm>
              <a:off x="184698" y="233060"/>
              <a:ext cx="8198320" cy="3571175"/>
              <a:chOff x="184698" y="233060"/>
              <a:chExt cx="8198320" cy="3571175"/>
            </a:xfrm>
          </p:grpSpPr>
          <p:sp>
            <p:nvSpPr>
              <p:cNvPr id="159" name="Vrije vorm 158">
                <a:extLst>
                  <a:ext uri="{FF2B5EF4-FFF2-40B4-BE49-F238E27FC236}">
                    <a16:creationId xmlns:a16="http://schemas.microsoft.com/office/drawing/2014/main" id="{F502E542-8967-FD44-96AC-3CAF95E8DB9B}"/>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E7127FBE-ACFE-7344-AE8A-6ED0D9962E7B}"/>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CC09755B-D0FF-8C40-BA2E-272B044166C3}"/>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67BE779A-DEF2-EB48-8FEA-9506322F16F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F88341F3-B32B-AB46-B17D-02320B98C57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F35EB2A3-DEA7-3544-B4DD-34036EDDEC2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2912C515-35A2-CE43-A4C3-4F8EE07C92B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92A6C6CA-AA16-F042-A54A-12C98AF60F1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EBBD30EF-F2AE-6C45-8C5C-BC7562D874B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F9776B3A-EED9-E84A-AFBE-10B232F2F414}"/>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D36C1F45-CAF1-8145-83DD-44BAD42503D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70" name="Vrije vorm 169">
                <a:extLst>
                  <a:ext uri="{FF2B5EF4-FFF2-40B4-BE49-F238E27FC236}">
                    <a16:creationId xmlns:a16="http://schemas.microsoft.com/office/drawing/2014/main" id="{46E8AADD-E08B-4048-A6C9-5260D3CABE3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71" name="Vrije vorm 170">
                <a:extLst>
                  <a:ext uri="{FF2B5EF4-FFF2-40B4-BE49-F238E27FC236}">
                    <a16:creationId xmlns:a16="http://schemas.microsoft.com/office/drawing/2014/main" id="{41126E29-14C5-F642-A665-179D031FADF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2" name="Tijdelijke aanduiding voor afbeelding 96">
            <a:extLst>
              <a:ext uri="{FF2B5EF4-FFF2-40B4-BE49-F238E27FC236}">
                <a16:creationId xmlns:a16="http://schemas.microsoft.com/office/drawing/2014/main" id="{FDE44AA9-48F8-B840-A39E-6E5FE6DA4509}"/>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162559908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rt Presentatie Logo Light">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6" name="Tijdelijke aanduiding voor tekst 11">
            <a:extLst>
              <a:ext uri="{FF2B5EF4-FFF2-40B4-BE49-F238E27FC236}">
                <a16:creationId xmlns:a16="http://schemas.microsoft.com/office/drawing/2014/main" id="{CAAB3E41-7F40-734E-83BB-273AA192D555}"/>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152" name="Graphic 2">
            <a:extLst>
              <a:ext uri="{FF2B5EF4-FFF2-40B4-BE49-F238E27FC236}">
                <a16:creationId xmlns:a16="http://schemas.microsoft.com/office/drawing/2014/main" id="{04A24BDF-8963-184C-B54B-CDB4D5141974}"/>
              </a:ext>
            </a:extLst>
          </p:cNvPr>
          <p:cNvGrpSpPr>
            <a:grpSpLocks noChangeAspect="1"/>
          </p:cNvGrpSpPr>
          <p:nvPr userDrawn="1"/>
        </p:nvGrpSpPr>
        <p:grpSpPr>
          <a:xfrm>
            <a:off x="8369357" y="1642969"/>
            <a:ext cx="2200031" cy="787216"/>
            <a:chOff x="-1597345" y="233060"/>
            <a:chExt cx="9980364" cy="3571175"/>
          </a:xfrm>
        </p:grpSpPr>
        <p:sp>
          <p:nvSpPr>
            <p:cNvPr id="155" name="Vrije vorm 154">
              <a:extLst>
                <a:ext uri="{FF2B5EF4-FFF2-40B4-BE49-F238E27FC236}">
                  <a16:creationId xmlns:a16="http://schemas.microsoft.com/office/drawing/2014/main" id="{C2C52D16-2C3D-D64B-92A7-6FA52CAA8F1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4615719D-A6EB-F743-BC69-B72CD2B4B78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8BABBB0C-D27D-0F44-8D43-470ABD9327F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8" name="Graphic 2">
              <a:extLst>
                <a:ext uri="{FF2B5EF4-FFF2-40B4-BE49-F238E27FC236}">
                  <a16:creationId xmlns:a16="http://schemas.microsoft.com/office/drawing/2014/main" id="{469FC66D-8D25-4B40-A60B-8223EEE1A712}"/>
                </a:ext>
              </a:extLst>
            </p:cNvPr>
            <p:cNvGrpSpPr/>
            <p:nvPr/>
          </p:nvGrpSpPr>
          <p:grpSpPr>
            <a:xfrm>
              <a:off x="184698" y="233060"/>
              <a:ext cx="8198320" cy="3571175"/>
              <a:chOff x="184698" y="233060"/>
              <a:chExt cx="8198320" cy="3571175"/>
            </a:xfrm>
          </p:grpSpPr>
          <p:sp>
            <p:nvSpPr>
              <p:cNvPr id="159" name="Vrije vorm 158">
                <a:extLst>
                  <a:ext uri="{FF2B5EF4-FFF2-40B4-BE49-F238E27FC236}">
                    <a16:creationId xmlns:a16="http://schemas.microsoft.com/office/drawing/2014/main" id="{DB4F668F-9877-754D-89B7-0A62F09CC95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0F8322A9-CFD1-F04D-82EF-6A430E83B4C5}"/>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9848D6E4-D2E0-7648-A243-C1EDFEA04510}"/>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5DAC84BD-D663-A242-B2A9-38E138E020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B39B33FE-0CB2-1F4F-9B20-90F819A2DC6B}"/>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8215E087-81E5-ED48-897C-E854B2A5E7A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A36B75FD-70EC-9E49-B852-B33D5129FFBF}"/>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26392951-8477-494E-A3D1-029F9AEF64A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50BB4C96-5F96-044F-97CD-DDE653A4E57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77F311A9-B1F9-5D45-999B-E2A934E572B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F5AB34BA-4D53-634C-B940-BCAD4815D87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70" name="Vrije vorm 169">
                <a:extLst>
                  <a:ext uri="{FF2B5EF4-FFF2-40B4-BE49-F238E27FC236}">
                    <a16:creationId xmlns:a16="http://schemas.microsoft.com/office/drawing/2014/main" id="{4D7FF550-EBF8-C44E-BB1D-DCC6391B78E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71" name="Vrije vorm 170">
                <a:extLst>
                  <a:ext uri="{FF2B5EF4-FFF2-40B4-BE49-F238E27FC236}">
                    <a16:creationId xmlns:a16="http://schemas.microsoft.com/office/drawing/2014/main" id="{F52ADFAB-7DC8-3C42-ABAE-EC471969AEF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2" name="Tijdelijke aanduiding voor afbeelding 96">
            <a:extLst>
              <a:ext uri="{FF2B5EF4-FFF2-40B4-BE49-F238E27FC236}">
                <a16:creationId xmlns:a16="http://schemas.microsoft.com/office/drawing/2014/main" id="{B0BF71AB-9DC2-6645-8B7E-44289EF3D1CC}"/>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115744008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estreepte Start Presentatie">
    <p:spTree>
      <p:nvGrpSpPr>
        <p:cNvPr id="1" name=""/>
        <p:cNvGrpSpPr/>
        <p:nvPr/>
      </p:nvGrpSpPr>
      <p:grpSpPr>
        <a:xfrm>
          <a:off x="0" y="0"/>
          <a:ext cx="0" cy="0"/>
          <a:chOff x="0" y="0"/>
          <a:chExt cx="0" cy="0"/>
        </a:xfrm>
      </p:grpSpPr>
      <p:sp>
        <p:nvSpPr>
          <p:cNvPr id="86" name="Rechthoek 85">
            <a:extLst>
              <a:ext uri="{FF2B5EF4-FFF2-40B4-BE49-F238E27FC236}">
                <a16:creationId xmlns:a16="http://schemas.microsoft.com/office/drawing/2014/main" id="{F9A0F594-426C-CE4A-91D2-C057221AAA3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Tijdelijke aanduiding voor afbeelding 177">
            <a:extLst>
              <a:ext uri="{FF2B5EF4-FFF2-40B4-BE49-F238E27FC236}">
                <a16:creationId xmlns:a16="http://schemas.microsoft.com/office/drawing/2014/main" id="{EFC5D9A0-AE21-5240-928F-932C145150C5}"/>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grpSp>
        <p:nvGrpSpPr>
          <p:cNvPr id="79" name="Graphic 2">
            <a:extLst>
              <a:ext uri="{FF2B5EF4-FFF2-40B4-BE49-F238E27FC236}">
                <a16:creationId xmlns:a16="http://schemas.microsoft.com/office/drawing/2014/main" id="{5F317DD4-9208-ED49-9001-EE10ADFC8165}"/>
              </a:ext>
            </a:extLst>
          </p:cNvPr>
          <p:cNvGrpSpPr>
            <a:grpSpLocks noChangeAspect="1"/>
          </p:cNvGrpSpPr>
          <p:nvPr userDrawn="1"/>
        </p:nvGrpSpPr>
        <p:grpSpPr>
          <a:xfrm>
            <a:off x="8369357" y="1642969"/>
            <a:ext cx="2200031" cy="787216"/>
            <a:chOff x="-1597345" y="233060"/>
            <a:chExt cx="9980364" cy="3571175"/>
          </a:xfrm>
        </p:grpSpPr>
        <p:sp>
          <p:nvSpPr>
            <p:cNvPr id="80" name="Vrije vorm 79">
              <a:extLst>
                <a:ext uri="{FF2B5EF4-FFF2-40B4-BE49-F238E27FC236}">
                  <a16:creationId xmlns:a16="http://schemas.microsoft.com/office/drawing/2014/main" id="{5965811C-D217-9345-A0F1-8C9E4F840D2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CA3A2DA4-5983-7A47-A8BB-71089A64094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FD0A03CE-94B1-5946-B49F-47E81648CF1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3" name="Graphic 2">
              <a:extLst>
                <a:ext uri="{FF2B5EF4-FFF2-40B4-BE49-F238E27FC236}">
                  <a16:creationId xmlns:a16="http://schemas.microsoft.com/office/drawing/2014/main" id="{4BCF0739-295C-3A42-BEB7-4384F7D98F0D}"/>
                </a:ext>
              </a:extLst>
            </p:cNvPr>
            <p:cNvGrpSpPr/>
            <p:nvPr/>
          </p:nvGrpSpPr>
          <p:grpSpPr>
            <a:xfrm>
              <a:off x="184698" y="233060"/>
              <a:ext cx="8198320" cy="3571175"/>
              <a:chOff x="184698" y="233060"/>
              <a:chExt cx="8198320" cy="3571175"/>
            </a:xfrm>
          </p:grpSpPr>
          <p:sp>
            <p:nvSpPr>
              <p:cNvPr id="84" name="Vrije vorm 83">
                <a:extLst>
                  <a:ext uri="{FF2B5EF4-FFF2-40B4-BE49-F238E27FC236}">
                    <a16:creationId xmlns:a16="http://schemas.microsoft.com/office/drawing/2014/main" id="{5BD13FDE-956A-7C48-AE3E-659D3ACEF44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5" name="Vrije vorm 84">
                <a:extLst>
                  <a:ext uri="{FF2B5EF4-FFF2-40B4-BE49-F238E27FC236}">
                    <a16:creationId xmlns:a16="http://schemas.microsoft.com/office/drawing/2014/main" id="{53994006-5648-1D4E-9757-83287170F26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6B659AB9-D9B6-7049-84B9-F704CF41E6A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B86B0F6E-E33F-564E-BB57-65ECDB059581}"/>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015C4FC8-C0B9-3045-B1AD-FF61B706478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8FABEB12-6738-7949-871D-12E4A9EFCD0F}"/>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2FEC4184-9AA7-8F43-BD2B-F52EF548A6E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450F6445-6714-4945-8708-3A3B8ED5600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8D9A0DE9-5AA0-2C42-B6F3-661D143F3E7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6CBB5304-C7EC-3743-8D4F-EBF86916141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512D5F8F-EA55-0B43-861B-06158A14BE3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77E95D7-02C3-2F4A-8E39-13D9A32BB93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EA35A109-223B-1A49-B1F4-4C43E24DCB2A}"/>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47382860"/>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estreepte Start Light">
    <p:bg>
      <p:bgPr>
        <a:solidFill>
          <a:schemeClr val="bg2"/>
        </a:solidFill>
        <a:effectLst/>
      </p:bgPr>
    </p:bg>
    <p:spTree>
      <p:nvGrpSpPr>
        <p:cNvPr id="1" name=""/>
        <p:cNvGrpSpPr/>
        <p:nvPr/>
      </p:nvGrpSpPr>
      <p:grpSpPr>
        <a:xfrm>
          <a:off x="0" y="0"/>
          <a:ext cx="0" cy="0"/>
          <a:chOff x="0" y="0"/>
          <a:chExt cx="0" cy="0"/>
        </a:xfrm>
      </p:grpSpPr>
      <p:sp>
        <p:nvSpPr>
          <p:cNvPr id="78" name="Rechthoek 77">
            <a:extLst>
              <a:ext uri="{FF2B5EF4-FFF2-40B4-BE49-F238E27FC236}">
                <a16:creationId xmlns:a16="http://schemas.microsoft.com/office/drawing/2014/main" id="{00C6CAA9-AAFC-6047-9D4F-1DF4ABBE62DA}"/>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Tijdelijke aanduiding voor afbeelding 177">
            <a:extLst>
              <a:ext uri="{FF2B5EF4-FFF2-40B4-BE49-F238E27FC236}">
                <a16:creationId xmlns:a16="http://schemas.microsoft.com/office/drawing/2014/main" id="{D930B51B-BE6B-0142-8CCB-06E90F53DBD3}"/>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grpSp>
        <p:nvGrpSpPr>
          <p:cNvPr id="80" name="Graphic 2">
            <a:extLst>
              <a:ext uri="{FF2B5EF4-FFF2-40B4-BE49-F238E27FC236}">
                <a16:creationId xmlns:a16="http://schemas.microsoft.com/office/drawing/2014/main" id="{BACF4AA1-59D4-4D49-A541-2C5D16107C96}"/>
              </a:ext>
            </a:extLst>
          </p:cNvPr>
          <p:cNvGrpSpPr>
            <a:grpSpLocks noChangeAspect="1"/>
          </p:cNvGrpSpPr>
          <p:nvPr userDrawn="1"/>
        </p:nvGrpSpPr>
        <p:grpSpPr>
          <a:xfrm>
            <a:off x="8369357" y="1642969"/>
            <a:ext cx="2200031" cy="787216"/>
            <a:chOff x="-1597345" y="233060"/>
            <a:chExt cx="9980364" cy="3571175"/>
          </a:xfrm>
        </p:grpSpPr>
        <p:sp>
          <p:nvSpPr>
            <p:cNvPr id="81" name="Vrije vorm 80">
              <a:extLst>
                <a:ext uri="{FF2B5EF4-FFF2-40B4-BE49-F238E27FC236}">
                  <a16:creationId xmlns:a16="http://schemas.microsoft.com/office/drawing/2014/main" id="{686D2027-028E-294F-96AE-7267F07C126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80379D78-9B9C-9544-8F98-0FF4DF8CBC1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3" name="Vrije vorm 82">
              <a:extLst>
                <a:ext uri="{FF2B5EF4-FFF2-40B4-BE49-F238E27FC236}">
                  <a16:creationId xmlns:a16="http://schemas.microsoft.com/office/drawing/2014/main" id="{EE219780-9DEC-EC4C-9833-30C4FCD4297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4" name="Graphic 2">
              <a:extLst>
                <a:ext uri="{FF2B5EF4-FFF2-40B4-BE49-F238E27FC236}">
                  <a16:creationId xmlns:a16="http://schemas.microsoft.com/office/drawing/2014/main" id="{FECEB5A5-DEB1-C941-A6F4-AEC0F697E52B}"/>
                </a:ext>
              </a:extLst>
            </p:cNvPr>
            <p:cNvGrpSpPr/>
            <p:nvPr/>
          </p:nvGrpSpPr>
          <p:grpSpPr>
            <a:xfrm>
              <a:off x="184698" y="233060"/>
              <a:ext cx="8198320" cy="3571175"/>
              <a:chOff x="184698" y="233060"/>
              <a:chExt cx="8198320" cy="3571175"/>
            </a:xfrm>
          </p:grpSpPr>
          <p:sp>
            <p:nvSpPr>
              <p:cNvPr id="85" name="Vrije vorm 84">
                <a:extLst>
                  <a:ext uri="{FF2B5EF4-FFF2-40B4-BE49-F238E27FC236}">
                    <a16:creationId xmlns:a16="http://schemas.microsoft.com/office/drawing/2014/main" id="{262A7877-1343-E94E-B2E6-12AF3828AAD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1A36E655-51D1-4A45-8D81-BECFBB7FCEC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7C44FE45-E3D6-4246-AB39-F57368110E9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56867E91-A96E-A644-8946-3B385DB9148F}"/>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646D0C6F-361D-294B-BFD6-6CCD3B607A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C014AA98-024D-1844-A9B9-F841F2E7586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F0C5FE1C-2CD2-BA42-BE97-B5A6F284CC3E}"/>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DDAEAC29-A550-8944-8D32-44FDCF67D14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E5BB5182-BD4A-DF49-9442-32BBB71B407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D9172CD9-E9C7-9849-8CB7-68DCBDBC883D}"/>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AA82CDC-8779-EF4A-A50B-F60D5C0157BA}"/>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01B72BD-F21D-6543-8B22-C51D722D202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0E8302A5-C6F9-F04C-8E8B-5B67CBBFF533}"/>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15809201"/>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estreepte Start Logo">
    <p:spTree>
      <p:nvGrpSpPr>
        <p:cNvPr id="1" name=""/>
        <p:cNvGrpSpPr/>
        <p:nvPr/>
      </p:nvGrpSpPr>
      <p:grpSpPr>
        <a:xfrm>
          <a:off x="0" y="0"/>
          <a:ext cx="0" cy="0"/>
          <a:chOff x="0" y="0"/>
          <a:chExt cx="0" cy="0"/>
        </a:xfrm>
      </p:grpSpPr>
      <p:sp>
        <p:nvSpPr>
          <p:cNvPr id="86" name="Rechthoek 85">
            <a:extLst>
              <a:ext uri="{FF2B5EF4-FFF2-40B4-BE49-F238E27FC236}">
                <a16:creationId xmlns:a16="http://schemas.microsoft.com/office/drawing/2014/main" id="{F9A0F594-426C-CE4A-91D2-C057221AAA3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Tijdelijke aanduiding voor afbeelding 90">
            <a:extLst>
              <a:ext uri="{FF2B5EF4-FFF2-40B4-BE49-F238E27FC236}">
                <a16:creationId xmlns:a16="http://schemas.microsoft.com/office/drawing/2014/main" id="{AC61B145-8C8F-4642-A37C-3036EBF9A32B}"/>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145" name="Tijdelijke aanduiding voor afbeelding 177">
            <a:extLst>
              <a:ext uri="{FF2B5EF4-FFF2-40B4-BE49-F238E27FC236}">
                <a16:creationId xmlns:a16="http://schemas.microsoft.com/office/drawing/2014/main" id="{147CDF26-D581-A14D-BEDB-9CAB7272A0D1}"/>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grpSp>
        <p:nvGrpSpPr>
          <p:cNvPr id="146" name="Graphic 2">
            <a:extLst>
              <a:ext uri="{FF2B5EF4-FFF2-40B4-BE49-F238E27FC236}">
                <a16:creationId xmlns:a16="http://schemas.microsoft.com/office/drawing/2014/main" id="{91D58833-FBE2-F540-B564-584B77D5F8B5}"/>
              </a:ext>
            </a:extLst>
          </p:cNvPr>
          <p:cNvGrpSpPr>
            <a:grpSpLocks noChangeAspect="1"/>
          </p:cNvGrpSpPr>
          <p:nvPr userDrawn="1"/>
        </p:nvGrpSpPr>
        <p:grpSpPr>
          <a:xfrm>
            <a:off x="8369357" y="1642969"/>
            <a:ext cx="2200031" cy="787216"/>
            <a:chOff x="-1597345" y="233060"/>
            <a:chExt cx="9980364" cy="3571175"/>
          </a:xfrm>
        </p:grpSpPr>
        <p:sp>
          <p:nvSpPr>
            <p:cNvPr id="147" name="Vrije vorm 146">
              <a:extLst>
                <a:ext uri="{FF2B5EF4-FFF2-40B4-BE49-F238E27FC236}">
                  <a16:creationId xmlns:a16="http://schemas.microsoft.com/office/drawing/2014/main" id="{358E7D69-B10B-0748-B066-C19695C5C9E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48" name="Vrije vorm 147">
              <a:extLst>
                <a:ext uri="{FF2B5EF4-FFF2-40B4-BE49-F238E27FC236}">
                  <a16:creationId xmlns:a16="http://schemas.microsoft.com/office/drawing/2014/main" id="{400437BA-806F-2240-B8EF-857BE879B57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49" name="Vrije vorm 148">
              <a:extLst>
                <a:ext uri="{FF2B5EF4-FFF2-40B4-BE49-F238E27FC236}">
                  <a16:creationId xmlns:a16="http://schemas.microsoft.com/office/drawing/2014/main" id="{F744A780-1747-F344-90B4-D567E0F4AA6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0" name="Graphic 2">
              <a:extLst>
                <a:ext uri="{FF2B5EF4-FFF2-40B4-BE49-F238E27FC236}">
                  <a16:creationId xmlns:a16="http://schemas.microsoft.com/office/drawing/2014/main" id="{960905F0-85E8-B54E-B47A-1B4A2C5126B8}"/>
                </a:ext>
              </a:extLst>
            </p:cNvPr>
            <p:cNvGrpSpPr/>
            <p:nvPr/>
          </p:nvGrpSpPr>
          <p:grpSpPr>
            <a:xfrm>
              <a:off x="184698" y="233060"/>
              <a:ext cx="8198320" cy="3571175"/>
              <a:chOff x="184698" y="233060"/>
              <a:chExt cx="8198320" cy="3571175"/>
            </a:xfrm>
          </p:grpSpPr>
          <p:sp>
            <p:nvSpPr>
              <p:cNvPr id="151" name="Vrije vorm 150">
                <a:extLst>
                  <a:ext uri="{FF2B5EF4-FFF2-40B4-BE49-F238E27FC236}">
                    <a16:creationId xmlns:a16="http://schemas.microsoft.com/office/drawing/2014/main" id="{222EE0EE-2225-484E-BCA9-67A72DCF988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2" name="Vrije vorm 151">
                <a:extLst>
                  <a:ext uri="{FF2B5EF4-FFF2-40B4-BE49-F238E27FC236}">
                    <a16:creationId xmlns:a16="http://schemas.microsoft.com/office/drawing/2014/main" id="{B5E56CE4-80CE-4240-AFCC-435ED5C4CE0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3" name="Vrije vorm 152">
                <a:extLst>
                  <a:ext uri="{FF2B5EF4-FFF2-40B4-BE49-F238E27FC236}">
                    <a16:creationId xmlns:a16="http://schemas.microsoft.com/office/drawing/2014/main" id="{26B7D279-74F8-5E42-B858-41BE7A8F76D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76DE5589-14EC-4144-BC70-91E65492C35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6B4FAB94-3F40-E946-A38A-A314E562950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FAD47E5E-2C87-E841-8AAD-5532ABFDFB2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B9913712-206C-B344-BBC0-8D4DCFB6576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EFBA4977-620F-D14B-8291-4962505805D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FA9A1FFF-2EB1-F945-B381-CA201E71608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9F187A9B-4E23-8443-AD28-9735EAFBCEFC}"/>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6610D29F-955E-AA4C-9BA8-5269FA4163B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B9B63184-1052-6544-9781-36E13E01D28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96F7E925-CF83-4C43-AD05-529AD7E2BE5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519590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estreepte Start Logo Light">
    <p:bg>
      <p:bgPr>
        <a:solidFill>
          <a:schemeClr val="bg2"/>
        </a:solidFill>
        <a:effectLst/>
      </p:bgPr>
    </p:bg>
    <p:spTree>
      <p:nvGrpSpPr>
        <p:cNvPr id="1" name=""/>
        <p:cNvGrpSpPr/>
        <p:nvPr/>
      </p:nvGrpSpPr>
      <p:grpSpPr>
        <a:xfrm>
          <a:off x="0" y="0"/>
          <a:ext cx="0" cy="0"/>
          <a:chOff x="0" y="0"/>
          <a:chExt cx="0" cy="0"/>
        </a:xfrm>
      </p:grpSpPr>
      <p:sp>
        <p:nvSpPr>
          <p:cNvPr id="78" name="Rechthoek 77">
            <a:extLst>
              <a:ext uri="{FF2B5EF4-FFF2-40B4-BE49-F238E27FC236}">
                <a16:creationId xmlns:a16="http://schemas.microsoft.com/office/drawing/2014/main" id="{00C6CAA9-AAFC-6047-9D4F-1DF4ABBE62DA}"/>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Tijdelijke aanduiding voor afbeelding 90">
            <a:extLst>
              <a:ext uri="{FF2B5EF4-FFF2-40B4-BE49-F238E27FC236}">
                <a16:creationId xmlns:a16="http://schemas.microsoft.com/office/drawing/2014/main" id="{EACB2B71-68AD-1546-B307-210ABA05B2B2}"/>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145" name="Tijdelijke aanduiding voor afbeelding 177">
            <a:extLst>
              <a:ext uri="{FF2B5EF4-FFF2-40B4-BE49-F238E27FC236}">
                <a16:creationId xmlns:a16="http://schemas.microsoft.com/office/drawing/2014/main" id="{F017EBE6-CE42-CC4B-B51C-B4570BF6B0FF}"/>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grpSp>
        <p:nvGrpSpPr>
          <p:cNvPr id="146" name="Graphic 2">
            <a:extLst>
              <a:ext uri="{FF2B5EF4-FFF2-40B4-BE49-F238E27FC236}">
                <a16:creationId xmlns:a16="http://schemas.microsoft.com/office/drawing/2014/main" id="{1C799997-6F8C-6B47-BA13-41733194BE77}"/>
              </a:ext>
            </a:extLst>
          </p:cNvPr>
          <p:cNvGrpSpPr>
            <a:grpSpLocks noChangeAspect="1"/>
          </p:cNvGrpSpPr>
          <p:nvPr userDrawn="1"/>
        </p:nvGrpSpPr>
        <p:grpSpPr>
          <a:xfrm>
            <a:off x="8369357" y="1642969"/>
            <a:ext cx="2200031" cy="787216"/>
            <a:chOff x="-1597345" y="233060"/>
            <a:chExt cx="9980364" cy="3571175"/>
          </a:xfrm>
        </p:grpSpPr>
        <p:sp>
          <p:nvSpPr>
            <p:cNvPr id="147" name="Vrije vorm 146">
              <a:extLst>
                <a:ext uri="{FF2B5EF4-FFF2-40B4-BE49-F238E27FC236}">
                  <a16:creationId xmlns:a16="http://schemas.microsoft.com/office/drawing/2014/main" id="{A98B6CF4-26C4-584B-99F9-2506A4AEC18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48" name="Vrije vorm 147">
              <a:extLst>
                <a:ext uri="{FF2B5EF4-FFF2-40B4-BE49-F238E27FC236}">
                  <a16:creationId xmlns:a16="http://schemas.microsoft.com/office/drawing/2014/main" id="{7AFA6123-DC02-BC4C-9531-84AC63C6FE5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49" name="Vrije vorm 148">
              <a:extLst>
                <a:ext uri="{FF2B5EF4-FFF2-40B4-BE49-F238E27FC236}">
                  <a16:creationId xmlns:a16="http://schemas.microsoft.com/office/drawing/2014/main" id="{BDDB6AF8-3ED0-A44A-97E9-CE29B39A6005}"/>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0" name="Graphic 2">
              <a:extLst>
                <a:ext uri="{FF2B5EF4-FFF2-40B4-BE49-F238E27FC236}">
                  <a16:creationId xmlns:a16="http://schemas.microsoft.com/office/drawing/2014/main" id="{81854DFE-5796-4C4B-A38E-5D17B9CC8E78}"/>
                </a:ext>
              </a:extLst>
            </p:cNvPr>
            <p:cNvGrpSpPr/>
            <p:nvPr/>
          </p:nvGrpSpPr>
          <p:grpSpPr>
            <a:xfrm>
              <a:off x="184698" y="233060"/>
              <a:ext cx="8198320" cy="3571175"/>
              <a:chOff x="184698" y="233060"/>
              <a:chExt cx="8198320" cy="3571175"/>
            </a:xfrm>
          </p:grpSpPr>
          <p:sp>
            <p:nvSpPr>
              <p:cNvPr id="151" name="Vrije vorm 150">
                <a:extLst>
                  <a:ext uri="{FF2B5EF4-FFF2-40B4-BE49-F238E27FC236}">
                    <a16:creationId xmlns:a16="http://schemas.microsoft.com/office/drawing/2014/main" id="{540A2E93-4046-AF4F-8662-657E1C3F359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2" name="Vrije vorm 151">
                <a:extLst>
                  <a:ext uri="{FF2B5EF4-FFF2-40B4-BE49-F238E27FC236}">
                    <a16:creationId xmlns:a16="http://schemas.microsoft.com/office/drawing/2014/main" id="{DC2C4E1E-94DF-3342-AB22-4358D177B93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3" name="Vrije vorm 152">
                <a:extLst>
                  <a:ext uri="{FF2B5EF4-FFF2-40B4-BE49-F238E27FC236}">
                    <a16:creationId xmlns:a16="http://schemas.microsoft.com/office/drawing/2014/main" id="{BA221969-A50A-8A4E-A6AF-8D812503F67B}"/>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5B7E9B94-D9A0-074D-8DFE-0B77CB6EF5F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ECB01D11-1CF3-9941-B1B3-0B8519F0CD82}"/>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935AB97D-76E3-D249-AFBA-B0E37ACA19F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7A76E877-5009-C04D-A2E7-7FE4D9346A2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F3381452-372B-B548-8687-549C5505054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1A707921-77A5-AC4A-BEF3-4DCAC152F03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9BFF6744-B75C-8643-AF01-BECB2347567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DEEF8250-8FCA-AF48-BF1D-0CDA93CC1F24}"/>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0E592C53-34F6-5549-A2FD-949DF270C8E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3573775E-4A40-004E-BAD8-2DAFCE60090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57362406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66156"/>
            <a:ext cx="211203" cy="1197027"/>
          </a:xfrm>
          <a:prstGeom prst="rect">
            <a:avLst/>
          </a:prstGeom>
        </p:spPr>
        <p:txBody>
          <a:bodyPr vert="vert270" wrap="none" lIns="72000" tIns="72000" rIns="0" bIns="180000">
            <a:spAutoFit/>
          </a:bodyPr>
          <a:lstStyle>
            <a:lvl1pPr>
              <a:defRPr sz="900"/>
            </a:lvl1pPr>
          </a:lstStyle>
          <a:p>
            <a:pPr lvl="0"/>
            <a:r>
              <a:rPr lang="nl-NL"/>
              <a:t>TITEL PRESENTATIE</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9" y="910485"/>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155147"/>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06213"/>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457281"/>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608349"/>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759417"/>
            <a:ext cx="1119217" cy="461665"/>
          </a:xfrm>
          <a:prstGeom prst="rect">
            <a:avLst/>
          </a:prstGeom>
        </p:spPr>
        <p:txBody>
          <a:bodyPr wrap="none">
            <a:spAutoFit/>
          </a:bodyPr>
          <a:lstStyle>
            <a:lvl1pPr>
              <a:defRPr sz="24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28" name="Graphic 2">
            <a:extLst>
              <a:ext uri="{FF2B5EF4-FFF2-40B4-BE49-F238E27FC236}">
                <a16:creationId xmlns:a16="http://schemas.microsoft.com/office/drawing/2014/main" id="{04E62908-4EDC-D243-99CA-9ADD12D14BFF}"/>
              </a:ext>
            </a:extLst>
          </p:cNvPr>
          <p:cNvGrpSpPr>
            <a:grpSpLocks noChangeAspect="1"/>
          </p:cNvGrpSpPr>
          <p:nvPr userDrawn="1"/>
        </p:nvGrpSpPr>
        <p:grpSpPr>
          <a:xfrm>
            <a:off x="11131645" y="6312991"/>
            <a:ext cx="814935" cy="291600"/>
            <a:chOff x="-1597345" y="233060"/>
            <a:chExt cx="9980364" cy="3571175"/>
          </a:xfrm>
        </p:grpSpPr>
        <p:sp>
          <p:nvSpPr>
            <p:cNvPr id="29" name="Vrije vorm 28">
              <a:extLst>
                <a:ext uri="{FF2B5EF4-FFF2-40B4-BE49-F238E27FC236}">
                  <a16:creationId xmlns:a16="http://schemas.microsoft.com/office/drawing/2014/main" id="{88482DB9-CEA4-1842-9351-010C9E92FAB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30" name="Vrije vorm 29">
              <a:extLst>
                <a:ext uri="{FF2B5EF4-FFF2-40B4-BE49-F238E27FC236}">
                  <a16:creationId xmlns:a16="http://schemas.microsoft.com/office/drawing/2014/main" id="{54F426D4-3A24-3F48-BDC6-E19F1CFA360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31" name="Vrije vorm 30">
              <a:extLst>
                <a:ext uri="{FF2B5EF4-FFF2-40B4-BE49-F238E27FC236}">
                  <a16:creationId xmlns:a16="http://schemas.microsoft.com/office/drawing/2014/main" id="{B4BDAB13-A445-E241-BD40-01E0F088D937}"/>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32" name="Graphic 2">
              <a:extLst>
                <a:ext uri="{FF2B5EF4-FFF2-40B4-BE49-F238E27FC236}">
                  <a16:creationId xmlns:a16="http://schemas.microsoft.com/office/drawing/2014/main" id="{B05B76D0-DDB8-4E43-9AAE-B66AB6CC9D64}"/>
                </a:ext>
              </a:extLst>
            </p:cNvPr>
            <p:cNvGrpSpPr/>
            <p:nvPr/>
          </p:nvGrpSpPr>
          <p:grpSpPr>
            <a:xfrm>
              <a:off x="184698" y="233060"/>
              <a:ext cx="8198320" cy="3571175"/>
              <a:chOff x="184698" y="233060"/>
              <a:chExt cx="8198320" cy="3571175"/>
            </a:xfrm>
          </p:grpSpPr>
          <p:sp>
            <p:nvSpPr>
              <p:cNvPr id="33" name="Vrije vorm 32">
                <a:extLst>
                  <a:ext uri="{FF2B5EF4-FFF2-40B4-BE49-F238E27FC236}">
                    <a16:creationId xmlns:a16="http://schemas.microsoft.com/office/drawing/2014/main" id="{2309BA91-2CD4-E94D-9F17-E5C72730358B}"/>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34" name="Vrije vorm 33">
                <a:extLst>
                  <a:ext uri="{FF2B5EF4-FFF2-40B4-BE49-F238E27FC236}">
                    <a16:creationId xmlns:a16="http://schemas.microsoft.com/office/drawing/2014/main" id="{D536AA3B-667E-EF40-8B83-B168877C0ED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35" name="Vrije vorm 34">
                <a:extLst>
                  <a:ext uri="{FF2B5EF4-FFF2-40B4-BE49-F238E27FC236}">
                    <a16:creationId xmlns:a16="http://schemas.microsoft.com/office/drawing/2014/main" id="{41AF9FCC-EAC3-8249-A234-A250BB64DCB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36" name="Vrije vorm 35">
                <a:extLst>
                  <a:ext uri="{FF2B5EF4-FFF2-40B4-BE49-F238E27FC236}">
                    <a16:creationId xmlns:a16="http://schemas.microsoft.com/office/drawing/2014/main" id="{77245E48-9C30-224A-BF08-034870C737E1}"/>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37" name="Vrije vorm 36">
                <a:extLst>
                  <a:ext uri="{FF2B5EF4-FFF2-40B4-BE49-F238E27FC236}">
                    <a16:creationId xmlns:a16="http://schemas.microsoft.com/office/drawing/2014/main" id="{4915236B-881A-1949-8E2D-8AFA0E093D5C}"/>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38" name="Vrije vorm 37">
                <a:extLst>
                  <a:ext uri="{FF2B5EF4-FFF2-40B4-BE49-F238E27FC236}">
                    <a16:creationId xmlns:a16="http://schemas.microsoft.com/office/drawing/2014/main" id="{9F9AAE8B-BEE1-4340-A36B-10CFD76069C1}"/>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39" name="Vrije vorm 38">
                <a:extLst>
                  <a:ext uri="{FF2B5EF4-FFF2-40B4-BE49-F238E27FC236}">
                    <a16:creationId xmlns:a16="http://schemas.microsoft.com/office/drawing/2014/main" id="{EE2215DA-00A0-F34F-985F-3788A9F1614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40" name="Vrije vorm 39">
                <a:extLst>
                  <a:ext uri="{FF2B5EF4-FFF2-40B4-BE49-F238E27FC236}">
                    <a16:creationId xmlns:a16="http://schemas.microsoft.com/office/drawing/2014/main" id="{4D36D9A0-D106-DB4C-94B1-14C53477CCD1}"/>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D9AB94E9-62E3-8A4C-BA38-1D4BCE53CD2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F1B5450E-C3B4-354D-8422-FEBE541619C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D6D765D6-5EC5-054A-9163-8CAC9054B5F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44" name="Vrije vorm 43">
                <a:extLst>
                  <a:ext uri="{FF2B5EF4-FFF2-40B4-BE49-F238E27FC236}">
                    <a16:creationId xmlns:a16="http://schemas.microsoft.com/office/drawing/2014/main" id="{2E3452D7-B084-FD4F-83E0-AD38BE9A543B}"/>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45" name="Vrije vorm 44">
                <a:extLst>
                  <a:ext uri="{FF2B5EF4-FFF2-40B4-BE49-F238E27FC236}">
                    <a16:creationId xmlns:a16="http://schemas.microsoft.com/office/drawing/2014/main" id="{CE478A7B-C732-1946-B787-301103502E6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8529785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1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66156"/>
            <a:ext cx="211203" cy="1197027"/>
          </a:xfrm>
          <a:prstGeom prst="rect">
            <a:avLst/>
          </a:prstGeom>
        </p:spPr>
        <p:txBody>
          <a:bodyPr vert="vert270" wrap="none" lIns="72000" tIns="72000" rIns="0" bIns="180000">
            <a:spAutoFit/>
          </a:bodyPr>
          <a:lstStyle>
            <a:lvl1pPr>
              <a:defRPr sz="900"/>
            </a:lvl1pPr>
          </a:lstStyle>
          <a:p>
            <a:pPr lvl="0"/>
            <a:r>
              <a:rPr lang="nl-NL"/>
              <a:t>TITEL PRESENTATIE</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8" y="1002818"/>
            <a:ext cx="3315373"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247480"/>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98546"/>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549614"/>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700682"/>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851750"/>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1"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pic>
        <p:nvPicPr>
          <p:cNvPr id="27" name="Graphic 26">
            <a:extLst>
              <a:ext uri="{FF2B5EF4-FFF2-40B4-BE49-F238E27FC236}">
                <a16:creationId xmlns:a16="http://schemas.microsoft.com/office/drawing/2014/main" id="{C76878D1-6109-5941-B821-1FF55C1C637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6366484" y="-1"/>
            <a:ext cx="1973413" cy="5143500"/>
          </a:xfrm>
          <a:prstGeom prst="rect">
            <a:avLst/>
          </a:prstGeom>
        </p:spPr>
      </p:pic>
      <p:pic>
        <p:nvPicPr>
          <p:cNvPr id="28" name="Graphic 27">
            <a:extLst>
              <a:ext uri="{FF2B5EF4-FFF2-40B4-BE49-F238E27FC236}">
                <a16:creationId xmlns:a16="http://schemas.microsoft.com/office/drawing/2014/main" id="{215A2342-CD67-3B44-B930-9F6A8525183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6366484" y="5143499"/>
            <a:ext cx="1973413" cy="919683"/>
          </a:xfrm>
          <a:prstGeom prst="rect">
            <a:avLst/>
          </a:prstGeom>
        </p:spPr>
      </p:pic>
      <p:sp>
        <p:nvSpPr>
          <p:cNvPr id="29" name="Tijdelijke aanduiding voor tekst 11">
            <a:extLst>
              <a:ext uri="{FF2B5EF4-FFF2-40B4-BE49-F238E27FC236}">
                <a16:creationId xmlns:a16="http://schemas.microsoft.com/office/drawing/2014/main" id="{91239F84-6E23-4041-92CD-5641974A9F19}"/>
              </a:ext>
            </a:extLst>
          </p:cNvPr>
          <p:cNvSpPr>
            <a:spLocks noGrp="1"/>
          </p:cNvSpPr>
          <p:nvPr>
            <p:ph type="body" sz="quarter" idx="31" hasCustomPrompt="1"/>
          </p:nvPr>
        </p:nvSpPr>
        <p:spPr>
          <a:xfrm>
            <a:off x="6818589"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0" name="Tijdelijke aanduiding voor tekst 11">
            <a:extLst>
              <a:ext uri="{FF2B5EF4-FFF2-40B4-BE49-F238E27FC236}">
                <a16:creationId xmlns:a16="http://schemas.microsoft.com/office/drawing/2014/main" id="{526A5CDE-D311-0247-B48E-75C8B8F9B140}"/>
              </a:ext>
            </a:extLst>
          </p:cNvPr>
          <p:cNvSpPr>
            <a:spLocks noGrp="1"/>
          </p:cNvSpPr>
          <p:nvPr>
            <p:ph type="body" sz="quarter" idx="32" hasCustomPrompt="1"/>
          </p:nvPr>
        </p:nvSpPr>
        <p:spPr>
          <a:xfrm>
            <a:off x="6818589"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1" name="Tijdelijke aanduiding voor tekst 11">
            <a:extLst>
              <a:ext uri="{FF2B5EF4-FFF2-40B4-BE49-F238E27FC236}">
                <a16:creationId xmlns:a16="http://schemas.microsoft.com/office/drawing/2014/main" id="{ADBD2669-A4ED-214F-BDA8-A1C0247A732D}"/>
              </a:ext>
            </a:extLst>
          </p:cNvPr>
          <p:cNvSpPr>
            <a:spLocks noGrp="1"/>
          </p:cNvSpPr>
          <p:nvPr>
            <p:ph type="body" sz="quarter" idx="33" hasCustomPrompt="1"/>
          </p:nvPr>
        </p:nvSpPr>
        <p:spPr>
          <a:xfrm>
            <a:off x="6817094"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2" name="Tijdelijke aanduiding voor tekst 11">
            <a:extLst>
              <a:ext uri="{FF2B5EF4-FFF2-40B4-BE49-F238E27FC236}">
                <a16:creationId xmlns:a16="http://schemas.microsoft.com/office/drawing/2014/main" id="{36E66A02-247C-7346-B9C9-295F66AAD943}"/>
              </a:ext>
            </a:extLst>
          </p:cNvPr>
          <p:cNvSpPr>
            <a:spLocks noGrp="1"/>
          </p:cNvSpPr>
          <p:nvPr>
            <p:ph type="body" sz="quarter" idx="34" hasCustomPrompt="1"/>
          </p:nvPr>
        </p:nvSpPr>
        <p:spPr>
          <a:xfrm>
            <a:off x="6817094"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3" name="Tijdelijke aanduiding voor tekst 11">
            <a:extLst>
              <a:ext uri="{FF2B5EF4-FFF2-40B4-BE49-F238E27FC236}">
                <a16:creationId xmlns:a16="http://schemas.microsoft.com/office/drawing/2014/main" id="{4E5F9F58-BC40-A541-9C37-DE3BD5B9B7DF}"/>
              </a:ext>
            </a:extLst>
          </p:cNvPr>
          <p:cNvSpPr>
            <a:spLocks noGrp="1"/>
          </p:cNvSpPr>
          <p:nvPr>
            <p:ph type="body" sz="quarter" idx="35" hasCustomPrompt="1"/>
          </p:nvPr>
        </p:nvSpPr>
        <p:spPr>
          <a:xfrm>
            <a:off x="6817094"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4" name="Tijdelijke aanduiding voor tekst 11">
            <a:extLst>
              <a:ext uri="{FF2B5EF4-FFF2-40B4-BE49-F238E27FC236}">
                <a16:creationId xmlns:a16="http://schemas.microsoft.com/office/drawing/2014/main" id="{FAB92970-C0AA-3E4A-8BF2-6043E08B7151}"/>
              </a:ext>
            </a:extLst>
          </p:cNvPr>
          <p:cNvSpPr>
            <a:spLocks noGrp="1"/>
          </p:cNvSpPr>
          <p:nvPr>
            <p:ph type="body" sz="quarter" idx="36" hasCustomPrompt="1"/>
          </p:nvPr>
        </p:nvSpPr>
        <p:spPr>
          <a:xfrm>
            <a:off x="6817094"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5" name="Tijdelijke aanduiding voor tekst 18">
            <a:extLst>
              <a:ext uri="{FF2B5EF4-FFF2-40B4-BE49-F238E27FC236}">
                <a16:creationId xmlns:a16="http://schemas.microsoft.com/office/drawing/2014/main" id="{CCBE1029-3CF7-C34F-AF26-9BEAE5A8791F}"/>
              </a:ext>
            </a:extLst>
          </p:cNvPr>
          <p:cNvSpPr>
            <a:spLocks noGrp="1"/>
          </p:cNvSpPr>
          <p:nvPr>
            <p:ph type="body" sz="quarter" idx="37" hasCustomPrompt="1"/>
          </p:nvPr>
        </p:nvSpPr>
        <p:spPr>
          <a:xfrm>
            <a:off x="8515263" y="1002818"/>
            <a:ext cx="3319200"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6" name="Tijdelijke aanduiding voor tekst 18">
            <a:extLst>
              <a:ext uri="{FF2B5EF4-FFF2-40B4-BE49-F238E27FC236}">
                <a16:creationId xmlns:a16="http://schemas.microsoft.com/office/drawing/2014/main" id="{B1614DD3-2E1A-1441-B41E-A46C515955CE}"/>
              </a:ext>
            </a:extLst>
          </p:cNvPr>
          <p:cNvSpPr>
            <a:spLocks noGrp="1"/>
          </p:cNvSpPr>
          <p:nvPr>
            <p:ph type="body" sz="quarter" idx="38" hasCustomPrompt="1"/>
          </p:nvPr>
        </p:nvSpPr>
        <p:spPr>
          <a:xfrm>
            <a:off x="8515262" y="5247480"/>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7" name="Tijdelijke aanduiding voor tekst 18">
            <a:extLst>
              <a:ext uri="{FF2B5EF4-FFF2-40B4-BE49-F238E27FC236}">
                <a16:creationId xmlns:a16="http://schemas.microsoft.com/office/drawing/2014/main" id="{D42D1832-3D99-9047-BCCC-0BD0C14A26A4}"/>
              </a:ext>
            </a:extLst>
          </p:cNvPr>
          <p:cNvSpPr>
            <a:spLocks noGrp="1"/>
          </p:cNvSpPr>
          <p:nvPr>
            <p:ph type="body" sz="quarter" idx="39" hasCustomPrompt="1"/>
          </p:nvPr>
        </p:nvSpPr>
        <p:spPr>
          <a:xfrm>
            <a:off x="8515262" y="4398546"/>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8" name="Tijdelijke aanduiding voor tekst 18">
            <a:extLst>
              <a:ext uri="{FF2B5EF4-FFF2-40B4-BE49-F238E27FC236}">
                <a16:creationId xmlns:a16="http://schemas.microsoft.com/office/drawing/2014/main" id="{35DA8DAE-38AF-374F-A383-D431806926B2}"/>
              </a:ext>
            </a:extLst>
          </p:cNvPr>
          <p:cNvSpPr>
            <a:spLocks noGrp="1"/>
          </p:cNvSpPr>
          <p:nvPr>
            <p:ph type="body" sz="quarter" idx="40" hasCustomPrompt="1"/>
          </p:nvPr>
        </p:nvSpPr>
        <p:spPr>
          <a:xfrm>
            <a:off x="8515262" y="3549614"/>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9" name="Tijdelijke aanduiding voor tekst 18">
            <a:extLst>
              <a:ext uri="{FF2B5EF4-FFF2-40B4-BE49-F238E27FC236}">
                <a16:creationId xmlns:a16="http://schemas.microsoft.com/office/drawing/2014/main" id="{B130BC53-8BBB-A944-B3C3-00E0319E5FDA}"/>
              </a:ext>
            </a:extLst>
          </p:cNvPr>
          <p:cNvSpPr>
            <a:spLocks noGrp="1"/>
          </p:cNvSpPr>
          <p:nvPr>
            <p:ph type="body" sz="quarter" idx="41" hasCustomPrompt="1"/>
          </p:nvPr>
        </p:nvSpPr>
        <p:spPr>
          <a:xfrm>
            <a:off x="8518683" y="2700682"/>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40" name="Tijdelijke aanduiding voor tekst 18">
            <a:extLst>
              <a:ext uri="{FF2B5EF4-FFF2-40B4-BE49-F238E27FC236}">
                <a16:creationId xmlns:a16="http://schemas.microsoft.com/office/drawing/2014/main" id="{ACC8F36F-06DA-054F-94AB-5ED9BABD3745}"/>
              </a:ext>
            </a:extLst>
          </p:cNvPr>
          <p:cNvSpPr>
            <a:spLocks noGrp="1"/>
          </p:cNvSpPr>
          <p:nvPr>
            <p:ph type="body" sz="quarter" idx="42" hasCustomPrompt="1"/>
          </p:nvPr>
        </p:nvSpPr>
        <p:spPr>
          <a:xfrm>
            <a:off x="8515262" y="1851750"/>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41" name="Tijdelijke aanduiding voor tekst 788">
            <a:extLst>
              <a:ext uri="{FF2B5EF4-FFF2-40B4-BE49-F238E27FC236}">
                <a16:creationId xmlns:a16="http://schemas.microsoft.com/office/drawing/2014/main" id="{FBA3CD25-65D3-5348-A2E8-5DE1D21FB0D7}"/>
              </a:ext>
            </a:extLst>
          </p:cNvPr>
          <p:cNvSpPr>
            <a:spLocks noGrp="1"/>
          </p:cNvSpPr>
          <p:nvPr>
            <p:ph type="body" sz="quarter" idx="43" hasCustomPrompt="1"/>
          </p:nvPr>
        </p:nvSpPr>
        <p:spPr>
          <a:xfrm>
            <a:off x="8177897"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2" name="Tijdelijke aanduiding voor tekst 789">
            <a:extLst>
              <a:ext uri="{FF2B5EF4-FFF2-40B4-BE49-F238E27FC236}">
                <a16:creationId xmlns:a16="http://schemas.microsoft.com/office/drawing/2014/main" id="{E355742F-DDDF-484E-8AC8-69A667F7E534}"/>
              </a:ext>
            </a:extLst>
          </p:cNvPr>
          <p:cNvSpPr>
            <a:spLocks noGrp="1"/>
          </p:cNvSpPr>
          <p:nvPr>
            <p:ph type="body" sz="quarter" idx="44" hasCustomPrompt="1"/>
          </p:nvPr>
        </p:nvSpPr>
        <p:spPr>
          <a:xfrm>
            <a:off x="8174906"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3" name="Tijdelijke aanduiding voor tekst 790">
            <a:extLst>
              <a:ext uri="{FF2B5EF4-FFF2-40B4-BE49-F238E27FC236}">
                <a16:creationId xmlns:a16="http://schemas.microsoft.com/office/drawing/2014/main" id="{E2F561E2-1629-1147-BAD4-E021A9AFDA01}"/>
              </a:ext>
            </a:extLst>
          </p:cNvPr>
          <p:cNvSpPr>
            <a:spLocks noGrp="1"/>
          </p:cNvSpPr>
          <p:nvPr>
            <p:ph type="body" sz="quarter" idx="45" hasCustomPrompt="1"/>
          </p:nvPr>
        </p:nvSpPr>
        <p:spPr>
          <a:xfrm>
            <a:off x="8174906"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4" name="Tijdelijke aanduiding voor tekst 791">
            <a:extLst>
              <a:ext uri="{FF2B5EF4-FFF2-40B4-BE49-F238E27FC236}">
                <a16:creationId xmlns:a16="http://schemas.microsoft.com/office/drawing/2014/main" id="{98AB5E28-6B98-1149-9795-D2320233C413}"/>
              </a:ext>
            </a:extLst>
          </p:cNvPr>
          <p:cNvSpPr>
            <a:spLocks noGrp="1"/>
          </p:cNvSpPr>
          <p:nvPr>
            <p:ph type="body" sz="quarter" idx="46" hasCustomPrompt="1"/>
          </p:nvPr>
        </p:nvSpPr>
        <p:spPr>
          <a:xfrm>
            <a:off x="8174906"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5" name="Tijdelijke aanduiding voor tekst 792">
            <a:extLst>
              <a:ext uri="{FF2B5EF4-FFF2-40B4-BE49-F238E27FC236}">
                <a16:creationId xmlns:a16="http://schemas.microsoft.com/office/drawing/2014/main" id="{65D45BCE-3254-4D40-BCB1-5DE72B9CC5D5}"/>
              </a:ext>
            </a:extLst>
          </p:cNvPr>
          <p:cNvSpPr>
            <a:spLocks noGrp="1"/>
          </p:cNvSpPr>
          <p:nvPr>
            <p:ph type="body" sz="quarter" idx="47" hasCustomPrompt="1"/>
          </p:nvPr>
        </p:nvSpPr>
        <p:spPr>
          <a:xfrm>
            <a:off x="8174906"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6" name="Tijdelijke aanduiding voor tekst 793">
            <a:extLst>
              <a:ext uri="{FF2B5EF4-FFF2-40B4-BE49-F238E27FC236}">
                <a16:creationId xmlns:a16="http://schemas.microsoft.com/office/drawing/2014/main" id="{6B3F6F1E-217E-9D48-9BBE-D41AE24F407A}"/>
              </a:ext>
            </a:extLst>
          </p:cNvPr>
          <p:cNvSpPr>
            <a:spLocks noGrp="1"/>
          </p:cNvSpPr>
          <p:nvPr>
            <p:ph type="body" sz="quarter" idx="48" hasCustomPrompt="1"/>
          </p:nvPr>
        </p:nvSpPr>
        <p:spPr>
          <a:xfrm>
            <a:off x="8179636"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48" name="Graphic 2">
            <a:extLst>
              <a:ext uri="{FF2B5EF4-FFF2-40B4-BE49-F238E27FC236}">
                <a16:creationId xmlns:a16="http://schemas.microsoft.com/office/drawing/2014/main" id="{5C0FA313-0ABB-B249-BB85-C52BC596D0BF}"/>
              </a:ext>
            </a:extLst>
          </p:cNvPr>
          <p:cNvGrpSpPr>
            <a:grpSpLocks noChangeAspect="1"/>
          </p:cNvGrpSpPr>
          <p:nvPr userDrawn="1"/>
        </p:nvGrpSpPr>
        <p:grpSpPr>
          <a:xfrm>
            <a:off x="11131645" y="6312991"/>
            <a:ext cx="814935" cy="291600"/>
            <a:chOff x="-1597345" y="233060"/>
            <a:chExt cx="9980364" cy="3571175"/>
          </a:xfrm>
        </p:grpSpPr>
        <p:sp>
          <p:nvSpPr>
            <p:cNvPr id="49" name="Vrije vorm 48">
              <a:extLst>
                <a:ext uri="{FF2B5EF4-FFF2-40B4-BE49-F238E27FC236}">
                  <a16:creationId xmlns:a16="http://schemas.microsoft.com/office/drawing/2014/main" id="{B3315059-DCB5-5A4A-B452-3FEA6A228EF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13F9F952-F13F-0347-B60C-2D4B23590D4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D054ADED-9365-5C42-A81C-0121F5E8DFC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52" name="Graphic 2">
              <a:extLst>
                <a:ext uri="{FF2B5EF4-FFF2-40B4-BE49-F238E27FC236}">
                  <a16:creationId xmlns:a16="http://schemas.microsoft.com/office/drawing/2014/main" id="{F8F75632-7A53-AE49-AE6A-B919F92B9510}"/>
                </a:ext>
              </a:extLst>
            </p:cNvPr>
            <p:cNvGrpSpPr/>
            <p:nvPr/>
          </p:nvGrpSpPr>
          <p:grpSpPr>
            <a:xfrm>
              <a:off x="184698" y="233060"/>
              <a:ext cx="8198320" cy="3571175"/>
              <a:chOff x="184698" y="233060"/>
              <a:chExt cx="8198320" cy="3571175"/>
            </a:xfrm>
          </p:grpSpPr>
          <p:sp>
            <p:nvSpPr>
              <p:cNvPr id="53" name="Vrije vorm 52">
                <a:extLst>
                  <a:ext uri="{FF2B5EF4-FFF2-40B4-BE49-F238E27FC236}">
                    <a16:creationId xmlns:a16="http://schemas.microsoft.com/office/drawing/2014/main" id="{94BAF10D-2F0B-B84A-AB94-C344356F8C2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2ED0A245-6491-2B46-BC0D-035A6B3A36C5}"/>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57CAFB7E-9B0D-1149-BD29-ACBDF696CB8E}"/>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E68910D9-31B8-4241-86E4-0D013CAE517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372464A4-4583-2442-BC07-CD162EB4560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BA55FFCF-942B-A043-A962-0EBAD711FAE2}"/>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89A2490B-2963-604E-8D3A-4710C90838C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0" name="Vrije vorm 59">
                <a:extLst>
                  <a:ext uri="{FF2B5EF4-FFF2-40B4-BE49-F238E27FC236}">
                    <a16:creationId xmlns:a16="http://schemas.microsoft.com/office/drawing/2014/main" id="{83C33E6A-E1D6-5C42-8999-BA52570A7FA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1" name="Vrije vorm 60">
                <a:extLst>
                  <a:ext uri="{FF2B5EF4-FFF2-40B4-BE49-F238E27FC236}">
                    <a16:creationId xmlns:a16="http://schemas.microsoft.com/office/drawing/2014/main" id="{80283063-2184-0447-ABA7-5B81CD22A08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1F5610B3-A83F-D24C-AC3D-EB34356992F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49996DB8-384B-7B45-AEF9-D92FABB0709F}"/>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9C84DED-BF21-C047-AE15-0B148C36377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33625783-1357-5244-A9AB-5C84AA403E3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86026402"/>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00% Tekst">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9C699031-E7B9-5B4C-818C-D2F3488DF7B9}"/>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64" name="Graphic 2">
            <a:extLst>
              <a:ext uri="{FF2B5EF4-FFF2-40B4-BE49-F238E27FC236}">
                <a16:creationId xmlns:a16="http://schemas.microsoft.com/office/drawing/2014/main" id="{41932150-E76A-2844-8C58-C07A16025F92}"/>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1CBA49CE-8432-8545-9ADA-E25DC1FFA50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05C7C669-43A0-E346-B81E-0AA7D0C9E30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D84466B9-CEB0-9649-AE22-C7A6087E3D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71B93DB7-A426-AF42-8835-30C9C20D3EF1}"/>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880FFB40-366A-1E48-8C69-2E2FAF45BBC9}"/>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30D73579-7919-4844-A71C-44BF708B58CA}"/>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80FDE28F-8839-DC49-A172-B4C844A9015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7B596BD2-D2C1-CA46-99FC-C7DE9E863F9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CE3693EF-3464-2C40-9D09-3064F7635466}"/>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27300A6F-42DA-1C4F-8B0A-ED55FC3091D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604EFFB7-9439-6E4D-8B7C-62BA4F87C9F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7960A915-0D2E-B94C-A1B1-ABF8662F5CF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15CD7EE4-021B-5F43-936C-EBAB12E1C31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97C597DD-1B83-7043-A455-DFEC5BB111F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CFBA4B6C-3A31-AE49-BED4-D738DBFC96C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D6BA8EB2-1609-BC46-983C-B762DD15F40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61088ECB-67BF-4C4D-960C-0308A321AA4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8033518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kst 2 Kolommen">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1051F86A-95F9-C54E-BB98-ABF6BB49B429}"/>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a:prstGeom prst="rect">
            <a:avLst/>
          </a:prstGeom>
        </p:spPr>
        <p:txBody>
          <a:bodyPr lIns="0" tIns="0" rIns="0" bIns="0" numCol="2" spcCol="360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11" name="Tijdelijke aanduiding voor dianummer 5">
            <a:extLst>
              <a:ext uri="{FF2B5EF4-FFF2-40B4-BE49-F238E27FC236}">
                <a16:creationId xmlns:a16="http://schemas.microsoft.com/office/drawing/2014/main" id="{F75ADF20-F78A-974B-BD57-6F71EBAD5DD9}"/>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65" name="Graphic 2">
            <a:extLst>
              <a:ext uri="{FF2B5EF4-FFF2-40B4-BE49-F238E27FC236}">
                <a16:creationId xmlns:a16="http://schemas.microsoft.com/office/drawing/2014/main" id="{CACE1CDD-185D-A343-9AD8-6A88967CA1A7}"/>
              </a:ext>
            </a:extLst>
          </p:cNvPr>
          <p:cNvGrpSpPr>
            <a:grpSpLocks noChangeAspect="1"/>
          </p:cNvGrpSpPr>
          <p:nvPr userDrawn="1"/>
        </p:nvGrpSpPr>
        <p:grpSpPr>
          <a:xfrm>
            <a:off x="11131645" y="6312991"/>
            <a:ext cx="814935" cy="291600"/>
            <a:chOff x="-1597345" y="233060"/>
            <a:chExt cx="9980364" cy="3571175"/>
          </a:xfrm>
        </p:grpSpPr>
        <p:sp>
          <p:nvSpPr>
            <p:cNvPr id="66" name="Vrije vorm 65">
              <a:extLst>
                <a:ext uri="{FF2B5EF4-FFF2-40B4-BE49-F238E27FC236}">
                  <a16:creationId xmlns:a16="http://schemas.microsoft.com/office/drawing/2014/main" id="{87D03BE0-80E7-A644-B03D-9D85F3BD507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A6F30015-F542-8E49-AA3B-0B51567D5218}"/>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3CE4FBA0-03BA-3940-9B3D-BE32F1B2C7E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9" name="Graphic 2">
              <a:extLst>
                <a:ext uri="{FF2B5EF4-FFF2-40B4-BE49-F238E27FC236}">
                  <a16:creationId xmlns:a16="http://schemas.microsoft.com/office/drawing/2014/main" id="{F33DB529-0255-BD43-9F34-CD9AC626EA6B}"/>
                </a:ext>
              </a:extLst>
            </p:cNvPr>
            <p:cNvGrpSpPr/>
            <p:nvPr/>
          </p:nvGrpSpPr>
          <p:grpSpPr>
            <a:xfrm>
              <a:off x="184698" y="233060"/>
              <a:ext cx="8198320" cy="3571175"/>
              <a:chOff x="184698" y="233060"/>
              <a:chExt cx="8198320" cy="3571175"/>
            </a:xfrm>
          </p:grpSpPr>
          <p:sp>
            <p:nvSpPr>
              <p:cNvPr id="70" name="Vrije vorm 69">
                <a:extLst>
                  <a:ext uri="{FF2B5EF4-FFF2-40B4-BE49-F238E27FC236}">
                    <a16:creationId xmlns:a16="http://schemas.microsoft.com/office/drawing/2014/main" id="{5CD0C5E4-D9FA-964E-8BA0-DB71D0894AC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511596B3-D33B-0140-8340-9BB86B03F484}"/>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25D6FC0B-DE8C-B745-B848-69A491A975A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B6152090-95AE-4742-A4C9-6EEFD9AE8FA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3C7ABBAA-F506-554D-8B03-4079907873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ED8DCC47-3CA3-CC46-BFE3-294D9AB82056}"/>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AED631AD-6179-214E-8E70-A3B113AC8D0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F21E97EB-E556-CC4B-B68E-AB00512B0FE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AFDC6928-AEAF-864C-A9B9-64C879F984D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ED8C7D6D-4A84-874A-BA63-2C19CC04EEEE}"/>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3C01F11-6F0F-1D4E-AF3C-C384F289EAA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5AB421AA-35CF-F74A-B6D1-975A0B7A007A}"/>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4426352C-1038-F342-9752-0121A7DC47B0}"/>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0124401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x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47F3C305-742C-ED4C-BEC3-7C20A3C405C0}"/>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ekst 784">
            <a:extLst>
              <a:ext uri="{FF2B5EF4-FFF2-40B4-BE49-F238E27FC236}">
                <a16:creationId xmlns:a16="http://schemas.microsoft.com/office/drawing/2014/main" id="{17C2D787-56BB-4343-AE37-1383F6CA3D75}"/>
              </a:ext>
            </a:extLst>
          </p:cNvPr>
          <p:cNvSpPr>
            <a:spLocks noGrp="1"/>
          </p:cNvSpPr>
          <p:nvPr>
            <p:ph type="body" sz="quarter" idx="14"/>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grpSp>
        <p:nvGrpSpPr>
          <p:cNvPr id="65" name="Graphic 2">
            <a:extLst>
              <a:ext uri="{FF2B5EF4-FFF2-40B4-BE49-F238E27FC236}">
                <a16:creationId xmlns:a16="http://schemas.microsoft.com/office/drawing/2014/main" id="{1BC7CB62-7E40-4E41-8C59-3CC39ECBB9F6}"/>
              </a:ext>
            </a:extLst>
          </p:cNvPr>
          <p:cNvGrpSpPr>
            <a:grpSpLocks noChangeAspect="1"/>
          </p:cNvGrpSpPr>
          <p:nvPr userDrawn="1"/>
        </p:nvGrpSpPr>
        <p:grpSpPr>
          <a:xfrm>
            <a:off x="11131645" y="6312991"/>
            <a:ext cx="814935" cy="291600"/>
            <a:chOff x="-1597345" y="233060"/>
            <a:chExt cx="9980364" cy="3571175"/>
          </a:xfrm>
        </p:grpSpPr>
        <p:sp>
          <p:nvSpPr>
            <p:cNvPr id="66" name="Vrije vorm 65">
              <a:extLst>
                <a:ext uri="{FF2B5EF4-FFF2-40B4-BE49-F238E27FC236}">
                  <a16:creationId xmlns:a16="http://schemas.microsoft.com/office/drawing/2014/main" id="{FFDB6996-26D0-F34B-975F-4934FB57F54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4C317642-3EF4-1F4E-948C-93E0E890CB5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5C343727-0FD5-EF40-AC2D-2A0EF820CBC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9" name="Graphic 2">
              <a:extLst>
                <a:ext uri="{FF2B5EF4-FFF2-40B4-BE49-F238E27FC236}">
                  <a16:creationId xmlns:a16="http://schemas.microsoft.com/office/drawing/2014/main" id="{9A6718DA-C9CE-A942-BA4D-192219A16965}"/>
                </a:ext>
              </a:extLst>
            </p:cNvPr>
            <p:cNvGrpSpPr/>
            <p:nvPr/>
          </p:nvGrpSpPr>
          <p:grpSpPr>
            <a:xfrm>
              <a:off x="184698" y="233060"/>
              <a:ext cx="8198320" cy="3571175"/>
              <a:chOff x="184698" y="233060"/>
              <a:chExt cx="8198320" cy="3571175"/>
            </a:xfrm>
          </p:grpSpPr>
          <p:sp>
            <p:nvSpPr>
              <p:cNvPr id="70" name="Vrije vorm 69">
                <a:extLst>
                  <a:ext uri="{FF2B5EF4-FFF2-40B4-BE49-F238E27FC236}">
                    <a16:creationId xmlns:a16="http://schemas.microsoft.com/office/drawing/2014/main" id="{CB604605-5EB3-7342-992A-2F3332841D3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7C1CAFC7-852E-EF43-B929-97DE81FA4CE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B5A6941C-5112-AD4C-B179-CD73959E020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58C5C045-01E0-B946-A7E7-45025B7FA59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DF894855-EB6C-054B-835C-0926712BEF1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8D781953-6FE2-104C-8731-85448DB87C9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2D0E6495-E500-174D-8787-E6C874EEB3D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C198B023-4F66-144D-98DB-54BAE2D239F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9CB82754-19CD-8642-A14D-720E25817F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BFB88B3B-743D-7C4B-B0B0-0A03C545774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433626C-1574-BB43-AF09-68694B171ECD}"/>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FC243A61-86FF-E545-AE8B-29E2FED47FA4}"/>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325B9CFB-5EF5-FC49-8E07-9A6115DC868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8172683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00% Grafiek">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BE40A952-8E40-5242-B15E-9816B38D1C20}"/>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9769306"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61" name="Graphic 2">
            <a:extLst>
              <a:ext uri="{FF2B5EF4-FFF2-40B4-BE49-F238E27FC236}">
                <a16:creationId xmlns:a16="http://schemas.microsoft.com/office/drawing/2014/main" id="{5BCE1748-036B-E74D-A60D-F6E194433F1B}"/>
              </a:ext>
            </a:extLst>
          </p:cNvPr>
          <p:cNvGrpSpPr>
            <a:grpSpLocks noChangeAspect="1"/>
          </p:cNvGrpSpPr>
          <p:nvPr userDrawn="1"/>
        </p:nvGrpSpPr>
        <p:grpSpPr>
          <a:xfrm>
            <a:off x="11131645" y="6312991"/>
            <a:ext cx="814935" cy="291600"/>
            <a:chOff x="-1597345" y="233060"/>
            <a:chExt cx="9980364" cy="3571175"/>
          </a:xfrm>
        </p:grpSpPr>
        <p:sp>
          <p:nvSpPr>
            <p:cNvPr id="62" name="Vrije vorm 61">
              <a:extLst>
                <a:ext uri="{FF2B5EF4-FFF2-40B4-BE49-F238E27FC236}">
                  <a16:creationId xmlns:a16="http://schemas.microsoft.com/office/drawing/2014/main" id="{62636DF3-1490-1045-9438-D13034A0A88C}"/>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B834A2E7-9985-2C4E-A3AE-2016ACC1F0E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045F0E1-4952-1341-A1FB-1B54CF13BAB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5" name="Graphic 2">
              <a:extLst>
                <a:ext uri="{FF2B5EF4-FFF2-40B4-BE49-F238E27FC236}">
                  <a16:creationId xmlns:a16="http://schemas.microsoft.com/office/drawing/2014/main" id="{06121769-939E-D54A-B381-AF840B378D1A}"/>
                </a:ext>
              </a:extLst>
            </p:cNvPr>
            <p:cNvGrpSpPr/>
            <p:nvPr/>
          </p:nvGrpSpPr>
          <p:grpSpPr>
            <a:xfrm>
              <a:off x="184698" y="233060"/>
              <a:ext cx="8198320" cy="3571175"/>
              <a:chOff x="184698" y="233060"/>
              <a:chExt cx="8198320" cy="3571175"/>
            </a:xfrm>
          </p:grpSpPr>
          <p:sp>
            <p:nvSpPr>
              <p:cNvPr id="66" name="Vrije vorm 65">
                <a:extLst>
                  <a:ext uri="{FF2B5EF4-FFF2-40B4-BE49-F238E27FC236}">
                    <a16:creationId xmlns:a16="http://schemas.microsoft.com/office/drawing/2014/main" id="{8424C1C3-B86B-FA49-98E8-55180BDB16B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8034A650-6303-6A43-9214-4860A2D9E53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E6219E1-9711-BE42-922B-607F16F7E690}"/>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9B26E732-5778-8748-BE75-4F31BA1F3385}"/>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344C69B-7EB8-4048-AA80-00B3AA8255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9F388852-709D-BD4C-B338-75AD914A7154}"/>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293223B9-856F-BE4B-8290-D1282E84B32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44A43336-7D57-2543-A01E-F9C8D72D0D66}"/>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348B19B2-18D9-784E-8FA7-D650502C253D}"/>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156EE659-680D-E94E-9EB3-D19A5BEB8F9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FC83389B-45F2-4348-9B72-180D93B8928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C6AD7DF9-8212-2B4B-970C-29B3D58AFEC7}"/>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52A6EC7C-A9BC-F443-BEFA-831F341C367B}"/>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3469291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rafiek op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9FB8BC4-DD46-D342-B767-FDD461FE957A}"/>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114988"/>
            <a:ext cx="9769306" cy="2587642"/>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3" name="Graphic 2">
            <a:extLst>
              <a:ext uri="{FF2B5EF4-FFF2-40B4-BE49-F238E27FC236}">
                <a16:creationId xmlns:a16="http://schemas.microsoft.com/office/drawing/2014/main" id="{424BAEA2-6B64-4847-A269-4905B8158FA8}"/>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AA3CCC42-5943-B948-B02F-577D2D816911}"/>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87FC2A55-335C-634C-9AE1-CDEC7065DAB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767D4945-BFF3-2344-8206-6D25381EAAC2}"/>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D280E3D6-BEF0-C046-805A-A8A693626695}"/>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E663ECFA-E518-5941-998E-0E41C117A85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56330EFD-46A2-3447-A6B7-1EBE702D330D}"/>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4FC2F8FB-0799-4445-A93B-DE2F420AA33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FB8F4473-263C-D649-A184-6A99A886D79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C7FB48CA-E44C-6B49-A265-2098B8C9059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06AD5CF2-A445-6C49-A9F4-FC97E6DA6DE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EB8F3535-EB95-0544-A0CA-8EF7DF3444E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1E836DBA-94CE-0F40-B165-308145BB2FA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0E59F3BF-DD69-A140-84C2-0B6534AB9880}"/>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9F24609-D134-0648-8C0E-433DF924C0E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891247BC-715F-7448-A176-3D1FB749452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C3BAEE26-55C6-A24D-98C6-757795E6F6B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18E11C48-E4F4-724A-81C0-9EE068D55570}"/>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1342947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804B8E91-480F-6049-B646-DCD45CD073D4}"/>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6586538" y="2368550"/>
            <a:ext cx="4767262"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3" name="Graphic 2">
            <a:extLst>
              <a:ext uri="{FF2B5EF4-FFF2-40B4-BE49-F238E27FC236}">
                <a16:creationId xmlns:a16="http://schemas.microsoft.com/office/drawing/2014/main" id="{360F2096-BAAF-824A-9642-9D206F5EB689}"/>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82E7CAC7-9D05-0849-80B5-79594C334EA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8F0266CE-06B8-1645-9953-9E6426C80CD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13C3A3FC-833D-FA4C-9129-090414A4629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81045CE4-6C2C-9D4F-9CB4-62C159F1E391}"/>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95CF0556-A829-E64C-ADF2-9ACD0D7BE0E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C1BE422C-2B19-7A40-9198-BFA9D1B0D91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CF255EDE-BD14-914A-BB5E-5E963FE719B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C957CE5F-7730-AD42-86A2-756D22ABE2D0}"/>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9ED286E3-5F59-9245-BAA8-CFAA411C4820}"/>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1015D50B-CD76-DE4A-B3A2-0F07FA32934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94B1437A-1EB1-E344-B707-ED75A5770F2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11A30BFC-0485-E74C-9FF1-7C55F3E75DF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FEB41785-8225-5C46-9ABC-41058DE7DCF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8E099D74-5477-6E43-9FB5-9FA1B85CDBC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AE2CD0C3-34E8-2A43-AC24-99B2AF06117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BBD95B43-A9EB-AA4D-A741-B07275A4DE9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1C3F4308-F0FC-1D4C-88B2-E0E63BF46A2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534978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rafiek -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0A82C6BF-C3A9-7641-ADDF-1EF5C0DCEBD1}"/>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4767262"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3" name="Graphic 2">
            <a:extLst>
              <a:ext uri="{FF2B5EF4-FFF2-40B4-BE49-F238E27FC236}">
                <a16:creationId xmlns:a16="http://schemas.microsoft.com/office/drawing/2014/main" id="{9E684D14-0CA1-164D-AAA6-AF4D46AA3E36}"/>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A5990F0D-F1DB-644E-9E89-1436FF167363}"/>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1C3C9BE4-C41F-7842-B41F-A6272BF6EC7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D0A5CDF2-86C1-D541-A697-79606CE6321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85EAB8F5-8890-DC42-82D8-3DB84F1BD009}"/>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7CD14602-9C15-D147-A987-ADA6DEE3852F}"/>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F70775FE-68AF-FA40-B15B-E22A6DC3E9BC}"/>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3A4015DC-84A0-B945-B5F6-8177C830EEE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00904DAA-6F94-E94A-91AD-918EB35AD11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543FFD4E-99F1-1F4A-AD5C-5DD08ADFC7C0}"/>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D290024F-5EB9-6443-A937-9404EFBF7C3F}"/>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CB27524A-0549-A042-AC87-B515259B54D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2457C867-63CF-3A44-A9C6-AA1CCB3D150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1358B03E-B7C5-2249-BC5D-059944E8F32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3DF1A39-6079-9742-8ABF-470BE3FC722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AE1834F7-AE55-B941-BD0C-71B7FC63DAC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6D160D95-FF5A-204C-BE21-A60A9F66CDF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960AEF33-C7E9-9C4F-9716-17103F45823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7482564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00% Tabel">
    <p:spTree>
      <p:nvGrpSpPr>
        <p:cNvPr id="1" name=""/>
        <p:cNvGrpSpPr/>
        <p:nvPr/>
      </p:nvGrpSpPr>
      <p:grpSpPr>
        <a:xfrm>
          <a:off x="0" y="0"/>
          <a:ext cx="0" cy="0"/>
          <a:chOff x="0" y="0"/>
          <a:chExt cx="0" cy="0"/>
        </a:xfrm>
      </p:grpSpPr>
      <p:sp>
        <p:nvSpPr>
          <p:cNvPr id="4" name="Tijdelijke aanduiding voor tabel 3">
            <a:extLst>
              <a:ext uri="{FF2B5EF4-FFF2-40B4-BE49-F238E27FC236}">
                <a16:creationId xmlns:a16="http://schemas.microsoft.com/office/drawing/2014/main" id="{4313AD36-F802-5842-AF59-69BBBA9FB41B}"/>
              </a:ext>
            </a:extLst>
          </p:cNvPr>
          <p:cNvSpPr>
            <a:spLocks noGrp="1"/>
          </p:cNvSpPr>
          <p:nvPr>
            <p:ph type="tbl" sz="quarter" idx="16"/>
          </p:nvPr>
        </p:nvSpPr>
        <p:spPr>
          <a:xfrm>
            <a:off x="1584325" y="2368550"/>
            <a:ext cx="9769475"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40" name="Graphic 2">
            <a:extLst>
              <a:ext uri="{FF2B5EF4-FFF2-40B4-BE49-F238E27FC236}">
                <a16:creationId xmlns:a16="http://schemas.microsoft.com/office/drawing/2014/main" id="{AEFAF89E-4FA9-3E4E-9695-8AC5BE00A91E}"/>
              </a:ext>
            </a:extLst>
          </p:cNvPr>
          <p:cNvGrpSpPr>
            <a:grpSpLocks noChangeAspect="1"/>
          </p:cNvGrpSpPr>
          <p:nvPr userDrawn="1"/>
        </p:nvGrpSpPr>
        <p:grpSpPr>
          <a:xfrm>
            <a:off x="11131645" y="6312991"/>
            <a:ext cx="814935" cy="291600"/>
            <a:chOff x="-1597345" y="233060"/>
            <a:chExt cx="9980364" cy="3571175"/>
          </a:xfrm>
        </p:grpSpPr>
        <p:sp>
          <p:nvSpPr>
            <p:cNvPr id="41" name="Vrije vorm 40">
              <a:extLst>
                <a:ext uri="{FF2B5EF4-FFF2-40B4-BE49-F238E27FC236}">
                  <a16:creationId xmlns:a16="http://schemas.microsoft.com/office/drawing/2014/main" id="{F89B98E6-CCA8-CC48-A9EA-A683506674E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D2F9CE45-4428-FC42-A7A9-90FFD857CE8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1E35F1F1-FF64-384D-8A78-4C328F04717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44" name="Graphic 2">
              <a:extLst>
                <a:ext uri="{FF2B5EF4-FFF2-40B4-BE49-F238E27FC236}">
                  <a16:creationId xmlns:a16="http://schemas.microsoft.com/office/drawing/2014/main" id="{3D6BB34F-79D3-6844-9A07-C71826B89A08}"/>
                </a:ext>
              </a:extLst>
            </p:cNvPr>
            <p:cNvGrpSpPr/>
            <p:nvPr/>
          </p:nvGrpSpPr>
          <p:grpSpPr>
            <a:xfrm>
              <a:off x="184698" y="233060"/>
              <a:ext cx="8198320" cy="3571175"/>
              <a:chOff x="184698" y="233060"/>
              <a:chExt cx="8198320" cy="3571175"/>
            </a:xfrm>
          </p:grpSpPr>
          <p:sp>
            <p:nvSpPr>
              <p:cNvPr id="45" name="Vrije vorm 44">
                <a:extLst>
                  <a:ext uri="{FF2B5EF4-FFF2-40B4-BE49-F238E27FC236}">
                    <a16:creationId xmlns:a16="http://schemas.microsoft.com/office/drawing/2014/main" id="{DB4AF648-E156-8049-A4BC-4609750CD010}"/>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46" name="Vrije vorm 45">
                <a:extLst>
                  <a:ext uri="{FF2B5EF4-FFF2-40B4-BE49-F238E27FC236}">
                    <a16:creationId xmlns:a16="http://schemas.microsoft.com/office/drawing/2014/main" id="{D0D5C8C9-7350-624E-8272-E05E6D79878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47" name="Vrije vorm 46">
                <a:extLst>
                  <a:ext uri="{FF2B5EF4-FFF2-40B4-BE49-F238E27FC236}">
                    <a16:creationId xmlns:a16="http://schemas.microsoft.com/office/drawing/2014/main" id="{F3BB6FDC-BAD4-3E4C-B0E1-17D43845386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48" name="Vrije vorm 47">
                <a:extLst>
                  <a:ext uri="{FF2B5EF4-FFF2-40B4-BE49-F238E27FC236}">
                    <a16:creationId xmlns:a16="http://schemas.microsoft.com/office/drawing/2014/main" id="{40CE90A6-488F-E248-8135-62B4D3A1EB2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EB74E17E-2186-4D4C-ADC9-46452FDBF63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2991C1E6-6AAD-0F4A-AD17-8F9FAD5250D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99204DDC-2734-114E-A2AA-B052C4AA4CFB}"/>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2" name="Vrije vorm 51">
                <a:extLst>
                  <a:ext uri="{FF2B5EF4-FFF2-40B4-BE49-F238E27FC236}">
                    <a16:creationId xmlns:a16="http://schemas.microsoft.com/office/drawing/2014/main" id="{B2FD628B-C8F4-9047-B23A-A5D812FBDC0A}"/>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E6772E55-BC96-7347-9E6C-A8EA491F0B5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615608D5-2B6B-7D46-8C54-B72CE52A028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EF077CAA-D20B-5F43-A6AE-2087293F588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574B07C0-17B6-0E41-B179-BDCADFCD7C6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E3B7E45A-F853-034B-B675-C960003BF1F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2173371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abel op Tekst">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A1D3F2EF-E295-2C4D-A3D7-EAF20FC3E0E0}"/>
              </a:ext>
            </a:extLst>
          </p:cNvPr>
          <p:cNvSpPr>
            <a:spLocks noGrp="1"/>
          </p:cNvSpPr>
          <p:nvPr>
            <p:ph type="tbl" sz="quarter" idx="16"/>
          </p:nvPr>
        </p:nvSpPr>
        <p:spPr>
          <a:xfrm>
            <a:off x="1584325" y="2114988"/>
            <a:ext cx="9769475" cy="2587642"/>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93" name="Graphic 2">
            <a:extLst>
              <a:ext uri="{FF2B5EF4-FFF2-40B4-BE49-F238E27FC236}">
                <a16:creationId xmlns:a16="http://schemas.microsoft.com/office/drawing/2014/main" id="{62E998E0-1FD2-E341-AE13-582FC65A51B8}"/>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738DFF1C-5DEE-A945-A8E4-D84D75E6549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4725C87-4FFA-B545-B5D0-E53DCB91146A}"/>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90FA101D-446D-5B40-AA33-497B59B77AD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F62E501F-C92A-A547-92E7-FAB1D309CE78}"/>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E1391567-D492-EB46-9129-B977CC65077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344AB84E-A320-F44A-8F23-E8E9C33E34F1}"/>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92CB6375-AB51-FA47-B0B5-890CAF5DA19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302A9C51-9DA4-C94D-880A-5D5DAD14E6C4}"/>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A203660E-D79F-5F47-A911-4976AAAF09B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2C4EC2BA-F1EE-5A4E-A915-4A1B5B2ED5E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311DFB3A-D0E7-E34F-98BE-1A1E22843B6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0DA420C4-F15A-954C-8602-081882C7BAE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7ABDE110-5E98-ED45-A935-BCAD02882F86}"/>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91D4391A-D513-664F-BD45-DAD06F0E62D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F51EA8E9-F043-E948-9053-0426928EE7A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276CB293-52EE-7B43-A3E9-432463F75F0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689C518D-53AA-8E47-AE1D-564B3BA8634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514926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D46B6FD2-DC6B-FC46-BAC8-5DED0C3A75B1}"/>
              </a:ext>
            </a:extLst>
          </p:cNvPr>
          <p:cNvSpPr>
            <a:spLocks noGrp="1"/>
          </p:cNvSpPr>
          <p:nvPr>
            <p:ph type="tbl" sz="quarter" idx="16"/>
          </p:nvPr>
        </p:nvSpPr>
        <p:spPr>
          <a:xfrm>
            <a:off x="6586480" y="2368550"/>
            <a:ext cx="4767320"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93" name="Graphic 2">
            <a:extLst>
              <a:ext uri="{FF2B5EF4-FFF2-40B4-BE49-F238E27FC236}">
                <a16:creationId xmlns:a16="http://schemas.microsoft.com/office/drawing/2014/main" id="{6BE8BD64-0262-6749-A19C-7600A5F06EAB}"/>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750F8BCA-B9E3-EC4C-87C0-8189A5592DE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1339706-75FC-8443-9782-C86BCCD4E7F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FB0602C1-07EF-9244-A262-E33D1205AAC1}"/>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10928932-5D3A-1342-AA64-0550351BB73C}"/>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21A9390F-853A-1740-81F3-191BFA84F489}"/>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B8D8FE9-D6FE-7443-A0A3-2ED2C13CD126}"/>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1D9A4869-0637-D94E-B03D-02AAB87A214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66E6D0F5-8728-114E-A9E1-8B7618CC532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924A3E5B-E5CB-9B47-A673-1794F0E8381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8F57EF29-DDC1-4643-80B2-8BAD9DB429D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C59CA49D-DFFD-6E4A-9E9E-ED791348302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4CECA49D-26D8-5947-A70E-A7211E3D11C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D18F8CE9-AE26-AB41-A9C9-263671547A2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E48A8B55-1DFA-9142-A9B0-B7724D65755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41632153-506C-BF47-801E-67385E2CEE7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DF49783B-93E3-5C48-828B-87B43470106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7BAFA51F-6B7C-A540-9CDD-A676937FDBA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9024821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abel -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3" name="Tijdelijke aanduiding voor tabel 3">
            <a:extLst>
              <a:ext uri="{FF2B5EF4-FFF2-40B4-BE49-F238E27FC236}">
                <a16:creationId xmlns:a16="http://schemas.microsoft.com/office/drawing/2014/main" id="{BB2D08F1-601D-FF43-A163-77FEF625268F}"/>
              </a:ext>
            </a:extLst>
          </p:cNvPr>
          <p:cNvSpPr>
            <a:spLocks noGrp="1"/>
          </p:cNvSpPr>
          <p:nvPr>
            <p:ph type="tbl" sz="quarter" idx="16"/>
          </p:nvPr>
        </p:nvSpPr>
        <p:spPr>
          <a:xfrm>
            <a:off x="1584494" y="2368550"/>
            <a:ext cx="4767320" cy="3694113"/>
          </a:xfrm>
          <a:prstGeom prst="rect">
            <a:avLst/>
          </a:prstGeom>
        </p:spPr>
        <p:txBody>
          <a:bodyPr/>
          <a:lstStyle/>
          <a:p>
            <a:endParaRPr lang="en-GB"/>
          </a:p>
        </p:txBody>
      </p:sp>
      <p:grpSp>
        <p:nvGrpSpPr>
          <p:cNvPr id="93" name="Graphic 2">
            <a:extLst>
              <a:ext uri="{FF2B5EF4-FFF2-40B4-BE49-F238E27FC236}">
                <a16:creationId xmlns:a16="http://schemas.microsoft.com/office/drawing/2014/main" id="{89A73EFD-226B-BE4B-BAD1-22FEDBBEC591}"/>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32A5C1B4-F5A2-C749-B74D-A44E426AC4E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F19AD528-44CC-4342-BEB6-B3F43F949B8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BDBE8A8B-D4E8-CA46-B824-29C6E925DA60}"/>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773C723D-C420-9646-94C2-0C550EA2E133}"/>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63EBE82C-12BC-E84E-829C-0C46671C9DE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17652F2-954B-8547-A763-8FA064983E31}"/>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3CEF6BC8-5E01-1D4D-A5E0-C222913A233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6551B86-D943-0A49-9AE4-AF55733A7D54}"/>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304D8F75-A04D-3748-9132-F295C404960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64689623-C1A4-794B-A7C6-B7A5133FF67A}"/>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AB3875DE-0DD8-7A45-B983-F8B83CCCF3B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E5EDFA7A-507A-754A-9BDF-21834D12E63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07A663E5-3415-1244-A6D3-D8D5284D6E0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7AFB60E5-E6FF-CC40-A3E2-626C1267253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FC854545-9E06-DA42-94B1-400B19462C1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17EDBF69-5618-064F-BFC0-6DAC77A935C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3E29120C-1527-844E-A7BE-7272BFF6F5D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613539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kst - Afbeelding">
    <p:spTree>
      <p:nvGrpSpPr>
        <p:cNvPr id="1" name=""/>
        <p:cNvGrpSpPr/>
        <p:nvPr/>
      </p:nvGrpSpPr>
      <p:grpSpPr>
        <a:xfrm>
          <a:off x="0" y="0"/>
          <a:ext cx="0" cy="0"/>
          <a:chOff x="0" y="0"/>
          <a:chExt cx="0" cy="0"/>
        </a:xfrm>
      </p:grpSpPr>
      <p:sp>
        <p:nvSpPr>
          <p:cNvPr id="128" name="Tijdelijke aanduiding voor afbeelding 127">
            <a:extLst>
              <a:ext uri="{FF2B5EF4-FFF2-40B4-BE49-F238E27FC236}">
                <a16:creationId xmlns:a16="http://schemas.microsoft.com/office/drawing/2014/main" id="{33E015A2-FB77-CE4D-B900-2EADF146D0C2}"/>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4550748"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9959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29" name="Graphic 2">
            <a:extLst>
              <a:ext uri="{FF2B5EF4-FFF2-40B4-BE49-F238E27FC236}">
                <a16:creationId xmlns:a16="http://schemas.microsoft.com/office/drawing/2014/main" id="{88E73C99-6D73-1E45-9117-4D62C4FE6F09}"/>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130" name="Vrije vorm 129">
              <a:extLst>
                <a:ext uri="{FF2B5EF4-FFF2-40B4-BE49-F238E27FC236}">
                  <a16:creationId xmlns:a16="http://schemas.microsoft.com/office/drawing/2014/main" id="{AB59EDD5-4DC5-994A-B079-9E9C9FEC8E7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131" name="Vrije vorm 130">
              <a:extLst>
                <a:ext uri="{FF2B5EF4-FFF2-40B4-BE49-F238E27FC236}">
                  <a16:creationId xmlns:a16="http://schemas.microsoft.com/office/drawing/2014/main" id="{399323C4-7220-A643-A160-91F59D779FC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132" name="Vrije vorm 131">
              <a:extLst>
                <a:ext uri="{FF2B5EF4-FFF2-40B4-BE49-F238E27FC236}">
                  <a16:creationId xmlns:a16="http://schemas.microsoft.com/office/drawing/2014/main" id="{0A88D3AD-0C1B-F248-BAAF-464D74B98E5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133" name="Graphic 2">
              <a:extLst>
                <a:ext uri="{FF2B5EF4-FFF2-40B4-BE49-F238E27FC236}">
                  <a16:creationId xmlns:a16="http://schemas.microsoft.com/office/drawing/2014/main" id="{2A0C2CC7-588C-554D-AE8D-5C4F27474DBF}"/>
                </a:ext>
              </a:extLst>
            </p:cNvPr>
            <p:cNvGrpSpPr/>
            <p:nvPr/>
          </p:nvGrpSpPr>
          <p:grpSpPr>
            <a:xfrm>
              <a:off x="184698" y="233060"/>
              <a:ext cx="8198320" cy="3571175"/>
              <a:chOff x="184698" y="233060"/>
              <a:chExt cx="8198320" cy="3571175"/>
            </a:xfrm>
            <a:grpFill/>
          </p:grpSpPr>
          <p:sp>
            <p:nvSpPr>
              <p:cNvPr id="134" name="Vrije vorm 133">
                <a:extLst>
                  <a:ext uri="{FF2B5EF4-FFF2-40B4-BE49-F238E27FC236}">
                    <a16:creationId xmlns:a16="http://schemas.microsoft.com/office/drawing/2014/main" id="{1BC6DF54-1569-5241-A331-CB143EB9B9F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135" name="Vrije vorm 134">
                <a:extLst>
                  <a:ext uri="{FF2B5EF4-FFF2-40B4-BE49-F238E27FC236}">
                    <a16:creationId xmlns:a16="http://schemas.microsoft.com/office/drawing/2014/main" id="{FE55CE11-328E-E642-970E-1B273699F1B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136" name="Vrije vorm 135">
                <a:extLst>
                  <a:ext uri="{FF2B5EF4-FFF2-40B4-BE49-F238E27FC236}">
                    <a16:creationId xmlns:a16="http://schemas.microsoft.com/office/drawing/2014/main" id="{7E3C7FD1-9AFA-5E45-B19F-34A6ED85CF6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137" name="Vrije vorm 136">
                <a:extLst>
                  <a:ext uri="{FF2B5EF4-FFF2-40B4-BE49-F238E27FC236}">
                    <a16:creationId xmlns:a16="http://schemas.microsoft.com/office/drawing/2014/main" id="{0A4095C0-E3E4-154A-9027-6CBADD2993BA}"/>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138" name="Vrije vorm 137">
                <a:extLst>
                  <a:ext uri="{FF2B5EF4-FFF2-40B4-BE49-F238E27FC236}">
                    <a16:creationId xmlns:a16="http://schemas.microsoft.com/office/drawing/2014/main" id="{1085B1E7-8B7E-0A4F-90A4-04C48D4156D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139" name="Vrije vorm 138">
                <a:extLst>
                  <a:ext uri="{FF2B5EF4-FFF2-40B4-BE49-F238E27FC236}">
                    <a16:creationId xmlns:a16="http://schemas.microsoft.com/office/drawing/2014/main" id="{C3B0C151-D58C-7941-AF09-172C1754F9A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140" name="Vrije vorm 139">
                <a:extLst>
                  <a:ext uri="{FF2B5EF4-FFF2-40B4-BE49-F238E27FC236}">
                    <a16:creationId xmlns:a16="http://schemas.microsoft.com/office/drawing/2014/main" id="{8EED6B49-679D-8040-8BA4-6125C807ED16}"/>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141" name="Vrije vorm 140">
                <a:extLst>
                  <a:ext uri="{FF2B5EF4-FFF2-40B4-BE49-F238E27FC236}">
                    <a16:creationId xmlns:a16="http://schemas.microsoft.com/office/drawing/2014/main" id="{30962F1B-8D8B-0B44-8D1C-4C78EB58D52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142" name="Vrije vorm 141">
                <a:extLst>
                  <a:ext uri="{FF2B5EF4-FFF2-40B4-BE49-F238E27FC236}">
                    <a16:creationId xmlns:a16="http://schemas.microsoft.com/office/drawing/2014/main" id="{31E5DE48-37CF-7C4C-84C9-3A204C3FAD95}"/>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143" name="Vrije vorm 142">
                <a:extLst>
                  <a:ext uri="{FF2B5EF4-FFF2-40B4-BE49-F238E27FC236}">
                    <a16:creationId xmlns:a16="http://schemas.microsoft.com/office/drawing/2014/main" id="{EEF16552-A367-B448-93ED-3319A8AA619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144" name="Vrije vorm 143">
                <a:extLst>
                  <a:ext uri="{FF2B5EF4-FFF2-40B4-BE49-F238E27FC236}">
                    <a16:creationId xmlns:a16="http://schemas.microsoft.com/office/drawing/2014/main" id="{BF930DD7-4280-704B-958D-E5C965BB6E2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145" name="Vrije vorm 144">
                <a:extLst>
                  <a:ext uri="{FF2B5EF4-FFF2-40B4-BE49-F238E27FC236}">
                    <a16:creationId xmlns:a16="http://schemas.microsoft.com/office/drawing/2014/main" id="{E6156CDF-C23B-A442-8A84-75E51587FA6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146" name="Vrije vorm 145">
                <a:extLst>
                  <a:ext uri="{FF2B5EF4-FFF2-40B4-BE49-F238E27FC236}">
                    <a16:creationId xmlns:a16="http://schemas.microsoft.com/office/drawing/2014/main" id="{FCF3C313-9AC9-9C44-A91B-3CE7F745E3C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148912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ertic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213" r="24732" b="7787"/>
          <a:stretch/>
        </p:blipFill>
        <p:spPr>
          <a:xfrm>
            <a:off x="0" y="3617553"/>
            <a:ext cx="6882493" cy="3240447"/>
          </a:xfrm>
          <a:prstGeom prst="rect">
            <a:avLst/>
          </a:prstGeom>
        </p:spPr>
      </p:pic>
      <p:sp>
        <p:nvSpPr>
          <p:cNvPr id="79" name="Tijdelijke aanduiding voor afbeelding 78">
            <a:extLst>
              <a:ext uri="{FF2B5EF4-FFF2-40B4-BE49-F238E27FC236}">
                <a16:creationId xmlns:a16="http://schemas.microsoft.com/office/drawing/2014/main" id="{7F0C49A2-5F83-3142-B76F-7F8A2D4BA473}"/>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endParaRPr lang="en-GB"/>
          </a:p>
        </p:txBody>
      </p:sp>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063535" y="2342513"/>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463241" y="2659010"/>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063535" y="2824144"/>
            <a:ext cx="4550748"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2063535" y="5222110"/>
            <a:ext cx="2606117"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2063535" y="5703741"/>
            <a:ext cx="1817440"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grpSp>
        <p:nvGrpSpPr>
          <p:cNvPr id="80" name="Graphic 2">
            <a:extLst>
              <a:ext uri="{FF2B5EF4-FFF2-40B4-BE49-F238E27FC236}">
                <a16:creationId xmlns:a16="http://schemas.microsoft.com/office/drawing/2014/main" id="{64F72C95-5A2B-0642-BA70-AA01E718F59B}"/>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81" name="Vrije vorm 80">
              <a:extLst>
                <a:ext uri="{FF2B5EF4-FFF2-40B4-BE49-F238E27FC236}">
                  <a16:creationId xmlns:a16="http://schemas.microsoft.com/office/drawing/2014/main" id="{BF764FE4-28EE-0940-AD6C-FDE57EE4DAF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09D02A49-9C5E-094A-BC30-F39761B005E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83" name="Vrije vorm 82">
              <a:extLst>
                <a:ext uri="{FF2B5EF4-FFF2-40B4-BE49-F238E27FC236}">
                  <a16:creationId xmlns:a16="http://schemas.microsoft.com/office/drawing/2014/main" id="{3F763687-221D-D146-A449-BE1EF6C5D39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84" name="Graphic 2">
              <a:extLst>
                <a:ext uri="{FF2B5EF4-FFF2-40B4-BE49-F238E27FC236}">
                  <a16:creationId xmlns:a16="http://schemas.microsoft.com/office/drawing/2014/main" id="{2346A514-9EDC-1D49-A523-3B6214918483}"/>
                </a:ext>
              </a:extLst>
            </p:cNvPr>
            <p:cNvGrpSpPr/>
            <p:nvPr/>
          </p:nvGrpSpPr>
          <p:grpSpPr>
            <a:xfrm>
              <a:off x="184698" y="233060"/>
              <a:ext cx="8198320" cy="3571175"/>
              <a:chOff x="184698" y="233060"/>
              <a:chExt cx="8198320" cy="3571175"/>
            </a:xfrm>
            <a:grpFill/>
          </p:grpSpPr>
          <p:sp>
            <p:nvSpPr>
              <p:cNvPr id="85" name="Vrije vorm 84">
                <a:extLst>
                  <a:ext uri="{FF2B5EF4-FFF2-40B4-BE49-F238E27FC236}">
                    <a16:creationId xmlns:a16="http://schemas.microsoft.com/office/drawing/2014/main" id="{466645FD-BEC1-E24D-94BC-6691069A1F0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BBDECDD4-0052-AC40-89D7-BB4D4869AD0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9FB50D12-231E-CA4A-869E-A0AF7640896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6D20AFCD-5153-E74F-980E-A82A8E461D0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94985436-0CEB-BA4E-B351-C74EDAEE259A}"/>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DED605BF-A598-AC42-AEAC-5E0FB962F5D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BC21B5A6-34B3-3C43-BED6-A201323813BF}"/>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3BC06A86-31DC-5941-8369-91FD8C26914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7C416F68-1718-894F-BD2B-C500189124D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5C160502-CF1F-AB49-AC5B-8363FDD96E6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6A365A01-34E1-1C41-93C7-ACC3B0A4207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13C7D1D8-004A-2C46-903E-4F469229194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31821525-7E16-A14F-9568-4F8FF511058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2290977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orizont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6995461" y="847045"/>
            <a:ext cx="2606117"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6995461" y="1328676"/>
            <a:ext cx="1817440"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3795521"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3795521"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98" name="Tijdelijke aanduiding voor afbeelding 97">
            <a:extLst>
              <a:ext uri="{FF2B5EF4-FFF2-40B4-BE49-F238E27FC236}">
                <a16:creationId xmlns:a16="http://schemas.microsoft.com/office/drawing/2014/main" id="{2604E8B6-C0E1-6C4C-9D52-0B77756EB8CD}"/>
              </a:ext>
            </a:extLst>
          </p:cNvPr>
          <p:cNvSpPr>
            <a:spLocks noGrp="1"/>
          </p:cNvSpPr>
          <p:nvPr>
            <p:ph type="pic" sz="quarter" idx="16"/>
          </p:nvPr>
        </p:nvSpPr>
        <p:spPr>
          <a:xfrm>
            <a:off x="2590799" y="2663106"/>
            <a:ext cx="9601200" cy="4194894"/>
          </a:xfrm>
          <a:custGeom>
            <a:avLst/>
            <a:gdLst>
              <a:gd name="connsiteX0" fmla="*/ 9102323 w 9601200"/>
              <a:gd name="connsiteY0" fmla="*/ 3803532 h 4194894"/>
              <a:gd name="connsiteX1" fmla="*/ 9126300 w 9601200"/>
              <a:gd name="connsiteY1" fmla="*/ 3811738 h 4194894"/>
              <a:gd name="connsiteX2" fmla="*/ 9135893 w 9601200"/>
              <a:gd name="connsiteY2" fmla="*/ 3833831 h 4194894"/>
              <a:gd name="connsiteX3" fmla="*/ 9067475 w 9601200"/>
              <a:gd name="connsiteY3" fmla="*/ 3833831 h 4194894"/>
              <a:gd name="connsiteX4" fmla="*/ 9079144 w 9601200"/>
              <a:gd name="connsiteY4" fmla="*/ 3811421 h 4194894"/>
              <a:gd name="connsiteX5" fmla="*/ 9102323 w 9601200"/>
              <a:gd name="connsiteY5" fmla="*/ 3803532 h 4194894"/>
              <a:gd name="connsiteX6" fmla="*/ 8748335 w 9601200"/>
              <a:gd name="connsiteY6" fmla="*/ 3762835 h 4194894"/>
              <a:gd name="connsiteX7" fmla="*/ 8748335 w 9601200"/>
              <a:gd name="connsiteY7" fmla="*/ 3938951 h 4194894"/>
              <a:gd name="connsiteX8" fmla="*/ 8803005 w 9601200"/>
              <a:gd name="connsiteY8" fmla="*/ 3938951 h 4194894"/>
              <a:gd name="connsiteX9" fmla="*/ 8803005 w 9601200"/>
              <a:gd name="connsiteY9" fmla="*/ 3762835 h 4194894"/>
              <a:gd name="connsiteX10" fmla="*/ 8816158 w 9601200"/>
              <a:gd name="connsiteY10" fmla="*/ 3762821 h 4194894"/>
              <a:gd name="connsiteX11" fmla="*/ 8879461 w 9601200"/>
              <a:gd name="connsiteY11" fmla="*/ 3938937 h 4194894"/>
              <a:gd name="connsiteX12" fmla="*/ 8946919 w 9601200"/>
              <a:gd name="connsiteY12" fmla="*/ 3938937 h 4194894"/>
              <a:gd name="connsiteX13" fmla="*/ 9010222 w 9601200"/>
              <a:gd name="connsiteY13" fmla="*/ 3762821 h 4194894"/>
              <a:gd name="connsiteX14" fmla="*/ 8952035 w 9601200"/>
              <a:gd name="connsiteY14" fmla="*/ 3762821 h 4194894"/>
              <a:gd name="connsiteX15" fmla="*/ 8913350 w 9601200"/>
              <a:gd name="connsiteY15" fmla="*/ 3888438 h 4194894"/>
              <a:gd name="connsiteX16" fmla="*/ 8874665 w 9601200"/>
              <a:gd name="connsiteY16" fmla="*/ 3762821 h 4194894"/>
              <a:gd name="connsiteX17" fmla="*/ 8540867 w 9601200"/>
              <a:gd name="connsiteY17" fmla="*/ 3762808 h 4194894"/>
              <a:gd name="connsiteX18" fmla="*/ 8604171 w 9601200"/>
              <a:gd name="connsiteY18" fmla="*/ 3938922 h 4194894"/>
              <a:gd name="connsiteX19" fmla="*/ 8671629 w 9601200"/>
              <a:gd name="connsiteY19" fmla="*/ 3938923 h 4194894"/>
              <a:gd name="connsiteX20" fmla="*/ 8734931 w 9601200"/>
              <a:gd name="connsiteY20" fmla="*/ 3762808 h 4194894"/>
              <a:gd name="connsiteX21" fmla="*/ 8676744 w 9601200"/>
              <a:gd name="connsiteY21" fmla="*/ 3762808 h 4194894"/>
              <a:gd name="connsiteX22" fmla="*/ 8638059 w 9601200"/>
              <a:gd name="connsiteY22" fmla="*/ 3888424 h 4194894"/>
              <a:gd name="connsiteX23" fmla="*/ 8599374 w 9601200"/>
              <a:gd name="connsiteY23" fmla="*/ 3762808 h 4194894"/>
              <a:gd name="connsiteX24" fmla="*/ 9279766 w 9601200"/>
              <a:gd name="connsiteY24" fmla="*/ 3760299 h 4194894"/>
              <a:gd name="connsiteX25" fmla="*/ 9240602 w 9601200"/>
              <a:gd name="connsiteY25" fmla="*/ 3767559 h 4194894"/>
              <a:gd name="connsiteX26" fmla="*/ 9215667 w 9601200"/>
              <a:gd name="connsiteY26" fmla="*/ 3787284 h 4194894"/>
              <a:gd name="connsiteX27" fmla="*/ 9207193 w 9601200"/>
              <a:gd name="connsiteY27" fmla="*/ 3814902 h 4194894"/>
              <a:gd name="connsiteX28" fmla="*/ 9216464 w 9601200"/>
              <a:gd name="connsiteY28" fmla="*/ 3843464 h 4194894"/>
              <a:gd name="connsiteX29" fmla="*/ 9238523 w 9601200"/>
              <a:gd name="connsiteY29" fmla="*/ 3858930 h 4194894"/>
              <a:gd name="connsiteX30" fmla="*/ 9270495 w 9601200"/>
              <a:gd name="connsiteY30" fmla="*/ 3868240 h 4194894"/>
              <a:gd name="connsiteX31" fmla="*/ 9296392 w 9601200"/>
              <a:gd name="connsiteY31" fmla="*/ 3876289 h 4194894"/>
              <a:gd name="connsiteX32" fmla="*/ 9304383 w 9601200"/>
              <a:gd name="connsiteY32" fmla="*/ 3887492 h 4194894"/>
              <a:gd name="connsiteX33" fmla="*/ 9298790 w 9601200"/>
              <a:gd name="connsiteY33" fmla="*/ 3897750 h 4194894"/>
              <a:gd name="connsiteX34" fmla="*/ 9282965 w 9601200"/>
              <a:gd name="connsiteY34" fmla="*/ 3901697 h 4194894"/>
              <a:gd name="connsiteX35" fmla="*/ 9264101 w 9601200"/>
              <a:gd name="connsiteY35" fmla="*/ 3896015 h 4194894"/>
              <a:gd name="connsiteX36" fmla="*/ 9255468 w 9601200"/>
              <a:gd name="connsiteY36" fmla="*/ 3881181 h 4194894"/>
              <a:gd name="connsiteX37" fmla="*/ 9201439 w 9601200"/>
              <a:gd name="connsiteY37" fmla="*/ 3881181 h 4194894"/>
              <a:gd name="connsiteX38" fmla="*/ 9213267 w 9601200"/>
              <a:gd name="connsiteY38" fmla="*/ 3911954 h 4194894"/>
              <a:gd name="connsiteX39" fmla="*/ 9242041 w 9601200"/>
              <a:gd name="connsiteY39" fmla="*/ 3933574 h 4194894"/>
              <a:gd name="connsiteX40" fmla="*/ 9283602 w 9601200"/>
              <a:gd name="connsiteY40" fmla="*/ 3941464 h 4194894"/>
              <a:gd name="connsiteX41" fmla="*/ 9321810 w 9601200"/>
              <a:gd name="connsiteY41" fmla="*/ 3934521 h 4194894"/>
              <a:gd name="connsiteX42" fmla="*/ 9347064 w 9601200"/>
              <a:gd name="connsiteY42" fmla="*/ 3915425 h 4194894"/>
              <a:gd name="connsiteX43" fmla="*/ 9355857 w 9601200"/>
              <a:gd name="connsiteY43" fmla="*/ 3887810 h 4194894"/>
              <a:gd name="connsiteX44" fmla="*/ 9346108 w 9601200"/>
              <a:gd name="connsiteY44" fmla="*/ 3858614 h 4194894"/>
              <a:gd name="connsiteX45" fmla="*/ 9324207 w 9601200"/>
              <a:gd name="connsiteY45" fmla="*/ 3842833 h 4194894"/>
              <a:gd name="connsiteX46" fmla="*/ 9291917 w 9601200"/>
              <a:gd name="connsiteY46" fmla="*/ 3832891 h 4194894"/>
              <a:gd name="connsiteX47" fmla="*/ 9266499 w 9601200"/>
              <a:gd name="connsiteY47" fmla="*/ 3825316 h 4194894"/>
              <a:gd name="connsiteX48" fmla="*/ 9258348 w 9601200"/>
              <a:gd name="connsiteY48" fmla="*/ 3813953 h 4194894"/>
              <a:gd name="connsiteX49" fmla="*/ 9263462 w 9601200"/>
              <a:gd name="connsiteY49" fmla="*/ 3804012 h 4194894"/>
              <a:gd name="connsiteX50" fmla="*/ 9278169 w 9601200"/>
              <a:gd name="connsiteY50" fmla="*/ 3800383 h 4194894"/>
              <a:gd name="connsiteX51" fmla="*/ 9296232 w 9601200"/>
              <a:gd name="connsiteY51" fmla="*/ 3805747 h 4194894"/>
              <a:gd name="connsiteX52" fmla="*/ 9304383 w 9601200"/>
              <a:gd name="connsiteY52" fmla="*/ 3820266 h 4194894"/>
              <a:gd name="connsiteX53" fmla="*/ 9354897 w 9601200"/>
              <a:gd name="connsiteY53" fmla="*/ 3820266 h 4194894"/>
              <a:gd name="connsiteX54" fmla="*/ 9332678 w 9601200"/>
              <a:gd name="connsiteY54" fmla="*/ 3776712 h 4194894"/>
              <a:gd name="connsiteX55" fmla="*/ 9279766 w 9601200"/>
              <a:gd name="connsiteY55" fmla="*/ 3760299 h 4194894"/>
              <a:gd name="connsiteX56" fmla="*/ 9102961 w 9601200"/>
              <a:gd name="connsiteY56" fmla="*/ 3760292 h 4194894"/>
              <a:gd name="connsiteX57" fmla="*/ 9055965 w 9601200"/>
              <a:gd name="connsiteY57" fmla="*/ 3771338 h 4194894"/>
              <a:gd name="connsiteX58" fmla="*/ 9024153 w 9601200"/>
              <a:gd name="connsiteY58" fmla="*/ 3802900 h 4194894"/>
              <a:gd name="connsiteX59" fmla="*/ 9012805 w 9601200"/>
              <a:gd name="connsiteY59" fmla="*/ 3850874 h 4194894"/>
              <a:gd name="connsiteX60" fmla="*/ 9024315 w 9601200"/>
              <a:gd name="connsiteY60" fmla="*/ 3898849 h 4194894"/>
              <a:gd name="connsiteX61" fmla="*/ 9056284 w 9601200"/>
              <a:gd name="connsiteY61" fmla="*/ 3930411 h 4194894"/>
              <a:gd name="connsiteX62" fmla="*/ 9102961 w 9601200"/>
              <a:gd name="connsiteY62" fmla="*/ 3941458 h 4194894"/>
              <a:gd name="connsiteX63" fmla="*/ 9142288 w 9601200"/>
              <a:gd name="connsiteY63" fmla="*/ 3933568 h 4194894"/>
              <a:gd name="connsiteX64" fmla="*/ 9171539 w 9601200"/>
              <a:gd name="connsiteY64" fmla="*/ 3911788 h 4194894"/>
              <a:gd name="connsiteX65" fmla="*/ 9187686 w 9601200"/>
              <a:gd name="connsiteY65" fmla="*/ 3880543 h 4194894"/>
              <a:gd name="connsiteX66" fmla="*/ 9129499 w 9601200"/>
              <a:gd name="connsiteY66" fmla="*/ 3880543 h 4194894"/>
              <a:gd name="connsiteX67" fmla="*/ 9101044 w 9601200"/>
              <a:gd name="connsiteY67" fmla="*/ 3897585 h 4194894"/>
              <a:gd name="connsiteX68" fmla="*/ 9077865 w 9601200"/>
              <a:gd name="connsiteY68" fmla="*/ 3888907 h 4194894"/>
              <a:gd name="connsiteX69" fmla="*/ 9067155 w 9601200"/>
              <a:gd name="connsiteY69" fmla="*/ 3863814 h 4194894"/>
              <a:gd name="connsiteX70" fmla="*/ 9190882 w 9601200"/>
              <a:gd name="connsiteY70" fmla="*/ 3863814 h 4194894"/>
              <a:gd name="connsiteX71" fmla="*/ 9191841 w 9601200"/>
              <a:gd name="connsiteY71" fmla="*/ 3848035 h 4194894"/>
              <a:gd name="connsiteX72" fmla="*/ 9180491 w 9601200"/>
              <a:gd name="connsiteY72" fmla="*/ 3801638 h 4194894"/>
              <a:gd name="connsiteX73" fmla="*/ 9149001 w 9601200"/>
              <a:gd name="connsiteY73" fmla="*/ 3771023 h 4194894"/>
              <a:gd name="connsiteX74" fmla="*/ 9102961 w 9601200"/>
              <a:gd name="connsiteY74" fmla="*/ 3760292 h 4194894"/>
              <a:gd name="connsiteX75" fmla="*/ 9032051 w 9601200"/>
              <a:gd name="connsiteY75" fmla="*/ 3682268 h 4194894"/>
              <a:gd name="connsiteX76" fmla="*/ 9037781 w 9601200"/>
              <a:gd name="connsiteY76" fmla="*/ 3683799 h 4194894"/>
              <a:gd name="connsiteX77" fmla="*/ 9042017 w 9601200"/>
              <a:gd name="connsiteY77" fmla="*/ 3688197 h 4194894"/>
              <a:gd name="connsiteX78" fmla="*/ 9043587 w 9601200"/>
              <a:gd name="connsiteY78" fmla="*/ 3695070 h 4194894"/>
              <a:gd name="connsiteX79" fmla="*/ 9042017 w 9601200"/>
              <a:gd name="connsiteY79" fmla="*/ 3701942 h 4194894"/>
              <a:gd name="connsiteX80" fmla="*/ 9037781 w 9601200"/>
              <a:gd name="connsiteY80" fmla="*/ 3706340 h 4194894"/>
              <a:gd name="connsiteX81" fmla="*/ 9032051 w 9601200"/>
              <a:gd name="connsiteY81" fmla="*/ 3707872 h 4194894"/>
              <a:gd name="connsiteX82" fmla="*/ 9026440 w 9601200"/>
              <a:gd name="connsiteY82" fmla="*/ 3706302 h 4194894"/>
              <a:gd name="connsiteX83" fmla="*/ 9022202 w 9601200"/>
              <a:gd name="connsiteY83" fmla="*/ 3701785 h 4194894"/>
              <a:gd name="connsiteX84" fmla="*/ 9020594 w 9601200"/>
              <a:gd name="connsiteY84" fmla="*/ 3694913 h 4194894"/>
              <a:gd name="connsiteX85" fmla="*/ 9022202 w 9601200"/>
              <a:gd name="connsiteY85" fmla="*/ 3688119 h 4194894"/>
              <a:gd name="connsiteX86" fmla="*/ 9026400 w 9601200"/>
              <a:gd name="connsiteY86" fmla="*/ 3683760 h 4194894"/>
              <a:gd name="connsiteX87" fmla="*/ 9032051 w 9601200"/>
              <a:gd name="connsiteY87" fmla="*/ 3682268 h 4194894"/>
              <a:gd name="connsiteX88" fmla="*/ 9315846 w 9601200"/>
              <a:gd name="connsiteY88" fmla="*/ 3682192 h 4194894"/>
              <a:gd name="connsiteX89" fmla="*/ 9323811 w 9601200"/>
              <a:gd name="connsiteY89" fmla="*/ 3685531 h 4194894"/>
              <a:gd name="connsiteX90" fmla="*/ 9327067 w 9601200"/>
              <a:gd name="connsiteY90" fmla="*/ 3695073 h 4194894"/>
              <a:gd name="connsiteX91" fmla="*/ 9325499 w 9601200"/>
              <a:gd name="connsiteY91" fmla="*/ 3702142 h 4194894"/>
              <a:gd name="connsiteX92" fmla="*/ 9321300 w 9601200"/>
              <a:gd name="connsiteY92" fmla="*/ 3706501 h 4194894"/>
              <a:gd name="connsiteX93" fmla="*/ 9315688 w 9601200"/>
              <a:gd name="connsiteY93" fmla="*/ 3707954 h 4194894"/>
              <a:gd name="connsiteX94" fmla="*/ 9307879 w 9601200"/>
              <a:gd name="connsiteY94" fmla="*/ 3704616 h 4194894"/>
              <a:gd name="connsiteX95" fmla="*/ 9304780 w 9601200"/>
              <a:gd name="connsiteY95" fmla="*/ 3695073 h 4194894"/>
              <a:gd name="connsiteX96" fmla="*/ 9307958 w 9601200"/>
              <a:gd name="connsiteY96" fmla="*/ 3685531 h 4194894"/>
              <a:gd name="connsiteX97" fmla="*/ 9315846 w 9601200"/>
              <a:gd name="connsiteY97" fmla="*/ 3682192 h 4194894"/>
              <a:gd name="connsiteX98" fmla="*/ 9267344 w 9601200"/>
              <a:gd name="connsiteY98" fmla="*/ 3682192 h 4194894"/>
              <a:gd name="connsiteX99" fmla="*/ 9275309 w 9601200"/>
              <a:gd name="connsiteY99" fmla="*/ 3685531 h 4194894"/>
              <a:gd name="connsiteX100" fmla="*/ 9278565 w 9601200"/>
              <a:gd name="connsiteY100" fmla="*/ 3695073 h 4194894"/>
              <a:gd name="connsiteX101" fmla="*/ 9276997 w 9601200"/>
              <a:gd name="connsiteY101" fmla="*/ 3702142 h 4194894"/>
              <a:gd name="connsiteX102" fmla="*/ 9272798 w 9601200"/>
              <a:gd name="connsiteY102" fmla="*/ 3706501 h 4194894"/>
              <a:gd name="connsiteX103" fmla="*/ 9267186 w 9601200"/>
              <a:gd name="connsiteY103" fmla="*/ 3707954 h 4194894"/>
              <a:gd name="connsiteX104" fmla="*/ 9259377 w 9601200"/>
              <a:gd name="connsiteY104" fmla="*/ 3704616 h 4194894"/>
              <a:gd name="connsiteX105" fmla="*/ 9256278 w 9601200"/>
              <a:gd name="connsiteY105" fmla="*/ 3695073 h 4194894"/>
              <a:gd name="connsiteX106" fmla="*/ 9259456 w 9601200"/>
              <a:gd name="connsiteY106" fmla="*/ 3685531 h 4194894"/>
              <a:gd name="connsiteX107" fmla="*/ 9267344 w 9601200"/>
              <a:gd name="connsiteY107" fmla="*/ 3682192 h 4194894"/>
              <a:gd name="connsiteX108" fmla="*/ 8983155 w 9601200"/>
              <a:gd name="connsiteY108" fmla="*/ 3682192 h 4194894"/>
              <a:gd name="connsiteX109" fmla="*/ 8991121 w 9601200"/>
              <a:gd name="connsiteY109" fmla="*/ 3685531 h 4194894"/>
              <a:gd name="connsiteX110" fmla="*/ 8994378 w 9601200"/>
              <a:gd name="connsiteY110" fmla="*/ 3695073 h 4194894"/>
              <a:gd name="connsiteX111" fmla="*/ 8992808 w 9601200"/>
              <a:gd name="connsiteY111" fmla="*/ 3702142 h 4194894"/>
              <a:gd name="connsiteX112" fmla="*/ 8988610 w 9601200"/>
              <a:gd name="connsiteY112" fmla="*/ 3706501 h 4194894"/>
              <a:gd name="connsiteX113" fmla="*/ 8982998 w 9601200"/>
              <a:gd name="connsiteY113" fmla="*/ 3707954 h 4194894"/>
              <a:gd name="connsiteX114" fmla="*/ 8975190 w 9601200"/>
              <a:gd name="connsiteY114" fmla="*/ 3704616 h 4194894"/>
              <a:gd name="connsiteX115" fmla="*/ 8972090 w 9601200"/>
              <a:gd name="connsiteY115" fmla="*/ 3695073 h 4194894"/>
              <a:gd name="connsiteX116" fmla="*/ 8975269 w 9601200"/>
              <a:gd name="connsiteY116" fmla="*/ 3685531 h 4194894"/>
              <a:gd name="connsiteX117" fmla="*/ 8983155 w 9601200"/>
              <a:gd name="connsiteY117" fmla="*/ 3682192 h 4194894"/>
              <a:gd name="connsiteX118" fmla="*/ 9082514 w 9601200"/>
              <a:gd name="connsiteY118" fmla="*/ 3681641 h 4194894"/>
              <a:gd name="connsiteX119" fmla="*/ 9089813 w 9601200"/>
              <a:gd name="connsiteY119" fmla="*/ 3684193 h 4194894"/>
              <a:gd name="connsiteX120" fmla="*/ 9092874 w 9601200"/>
              <a:gd name="connsiteY120" fmla="*/ 3690987 h 4194894"/>
              <a:gd name="connsiteX121" fmla="*/ 9072235 w 9601200"/>
              <a:gd name="connsiteY121" fmla="*/ 3690987 h 4194894"/>
              <a:gd name="connsiteX122" fmla="*/ 9075648 w 9601200"/>
              <a:gd name="connsiteY122" fmla="*/ 3684115 h 4194894"/>
              <a:gd name="connsiteX123" fmla="*/ 9082514 w 9601200"/>
              <a:gd name="connsiteY123" fmla="*/ 3681641 h 4194894"/>
              <a:gd name="connsiteX124" fmla="*/ 9316001 w 9601200"/>
              <a:gd name="connsiteY124" fmla="*/ 3672611 h 4194894"/>
              <a:gd name="connsiteX125" fmla="*/ 9304623 w 9601200"/>
              <a:gd name="connsiteY125" fmla="*/ 3675399 h 4194894"/>
              <a:gd name="connsiteX126" fmla="*/ 9296579 w 9601200"/>
              <a:gd name="connsiteY126" fmla="*/ 3683293 h 4194894"/>
              <a:gd name="connsiteX127" fmla="*/ 9293637 w 9601200"/>
              <a:gd name="connsiteY127" fmla="*/ 3695073 h 4194894"/>
              <a:gd name="connsiteX128" fmla="*/ 9296501 w 9601200"/>
              <a:gd name="connsiteY128" fmla="*/ 3706855 h 4194894"/>
              <a:gd name="connsiteX129" fmla="*/ 9304387 w 9601200"/>
              <a:gd name="connsiteY129" fmla="*/ 3714748 h 4194894"/>
              <a:gd name="connsiteX130" fmla="*/ 9315688 w 9601200"/>
              <a:gd name="connsiteY130" fmla="*/ 3717537 h 4194894"/>
              <a:gd name="connsiteX131" fmla="*/ 9327185 w 9601200"/>
              <a:gd name="connsiteY131" fmla="*/ 3714748 h 4194894"/>
              <a:gd name="connsiteX132" fmla="*/ 9335347 w 9601200"/>
              <a:gd name="connsiteY132" fmla="*/ 3706855 h 4194894"/>
              <a:gd name="connsiteX133" fmla="*/ 9338368 w 9601200"/>
              <a:gd name="connsiteY133" fmla="*/ 3695073 h 4194894"/>
              <a:gd name="connsiteX134" fmla="*/ 9335425 w 9601200"/>
              <a:gd name="connsiteY134" fmla="*/ 3683293 h 4194894"/>
              <a:gd name="connsiteX135" fmla="*/ 9327382 w 9601200"/>
              <a:gd name="connsiteY135" fmla="*/ 3675399 h 4194894"/>
              <a:gd name="connsiteX136" fmla="*/ 9316001 w 9601200"/>
              <a:gd name="connsiteY136" fmla="*/ 3672611 h 4194894"/>
              <a:gd name="connsiteX137" fmla="*/ 9267500 w 9601200"/>
              <a:gd name="connsiteY137" fmla="*/ 3672611 h 4194894"/>
              <a:gd name="connsiteX138" fmla="*/ 9256122 w 9601200"/>
              <a:gd name="connsiteY138" fmla="*/ 3675399 h 4194894"/>
              <a:gd name="connsiteX139" fmla="*/ 9248077 w 9601200"/>
              <a:gd name="connsiteY139" fmla="*/ 3683293 h 4194894"/>
              <a:gd name="connsiteX140" fmla="*/ 9245134 w 9601200"/>
              <a:gd name="connsiteY140" fmla="*/ 3695073 h 4194894"/>
              <a:gd name="connsiteX141" fmla="*/ 9247999 w 9601200"/>
              <a:gd name="connsiteY141" fmla="*/ 3706855 h 4194894"/>
              <a:gd name="connsiteX142" fmla="*/ 9255885 w 9601200"/>
              <a:gd name="connsiteY142" fmla="*/ 3714748 h 4194894"/>
              <a:gd name="connsiteX143" fmla="*/ 9267186 w 9601200"/>
              <a:gd name="connsiteY143" fmla="*/ 3717537 h 4194894"/>
              <a:gd name="connsiteX144" fmla="*/ 9278683 w 9601200"/>
              <a:gd name="connsiteY144" fmla="*/ 3714748 h 4194894"/>
              <a:gd name="connsiteX145" fmla="*/ 9286845 w 9601200"/>
              <a:gd name="connsiteY145" fmla="*/ 3706855 h 4194894"/>
              <a:gd name="connsiteX146" fmla="*/ 9289866 w 9601200"/>
              <a:gd name="connsiteY146" fmla="*/ 3695073 h 4194894"/>
              <a:gd name="connsiteX147" fmla="*/ 9286923 w 9601200"/>
              <a:gd name="connsiteY147" fmla="*/ 3683293 h 4194894"/>
              <a:gd name="connsiteX148" fmla="*/ 9278880 w 9601200"/>
              <a:gd name="connsiteY148" fmla="*/ 3675399 h 4194894"/>
              <a:gd name="connsiteX149" fmla="*/ 9267500 w 9601200"/>
              <a:gd name="connsiteY149" fmla="*/ 3672611 h 4194894"/>
              <a:gd name="connsiteX150" fmla="*/ 9126543 w 9601200"/>
              <a:gd name="connsiteY150" fmla="*/ 3672611 h 4194894"/>
              <a:gd name="connsiteX151" fmla="*/ 9117400 w 9601200"/>
              <a:gd name="connsiteY151" fmla="*/ 3674339 h 4194894"/>
              <a:gd name="connsiteX152" fmla="*/ 9111436 w 9601200"/>
              <a:gd name="connsiteY152" fmla="*/ 3679053 h 4194894"/>
              <a:gd name="connsiteX153" fmla="*/ 9109356 w 9601200"/>
              <a:gd name="connsiteY153" fmla="*/ 3685650 h 4194894"/>
              <a:gd name="connsiteX154" fmla="*/ 9111592 w 9601200"/>
              <a:gd name="connsiteY154" fmla="*/ 3692640 h 4194894"/>
              <a:gd name="connsiteX155" fmla="*/ 9116929 w 9601200"/>
              <a:gd name="connsiteY155" fmla="*/ 3696488 h 4194894"/>
              <a:gd name="connsiteX156" fmla="*/ 9124894 w 9601200"/>
              <a:gd name="connsiteY156" fmla="*/ 3698923 h 4194894"/>
              <a:gd name="connsiteX157" fmla="*/ 9131760 w 9601200"/>
              <a:gd name="connsiteY157" fmla="*/ 3701240 h 4194894"/>
              <a:gd name="connsiteX158" fmla="*/ 9133919 w 9601200"/>
              <a:gd name="connsiteY158" fmla="*/ 3704421 h 4194894"/>
              <a:gd name="connsiteX159" fmla="*/ 9132154 w 9601200"/>
              <a:gd name="connsiteY159" fmla="*/ 3707641 h 4194894"/>
              <a:gd name="connsiteX160" fmla="*/ 9127247 w 9601200"/>
              <a:gd name="connsiteY160" fmla="*/ 3708898 h 4194894"/>
              <a:gd name="connsiteX161" fmla="*/ 9121873 w 9601200"/>
              <a:gd name="connsiteY161" fmla="*/ 3707248 h 4194894"/>
              <a:gd name="connsiteX162" fmla="*/ 9119401 w 9601200"/>
              <a:gd name="connsiteY162" fmla="*/ 3703086 h 4194894"/>
              <a:gd name="connsiteX163" fmla="*/ 9108336 w 9601200"/>
              <a:gd name="connsiteY163" fmla="*/ 3703086 h 4194894"/>
              <a:gd name="connsiteX164" fmla="*/ 9111044 w 9601200"/>
              <a:gd name="connsiteY164" fmla="*/ 3710391 h 4194894"/>
              <a:gd name="connsiteX165" fmla="*/ 9117752 w 9601200"/>
              <a:gd name="connsiteY165" fmla="*/ 3715613 h 4194894"/>
              <a:gd name="connsiteX166" fmla="*/ 9127327 w 9601200"/>
              <a:gd name="connsiteY166" fmla="*/ 3717537 h 4194894"/>
              <a:gd name="connsiteX167" fmla="*/ 9136391 w 9601200"/>
              <a:gd name="connsiteY167" fmla="*/ 3715849 h 4194894"/>
              <a:gd name="connsiteX168" fmla="*/ 9142355 w 9601200"/>
              <a:gd name="connsiteY168" fmla="*/ 3711176 h 4194894"/>
              <a:gd name="connsiteX169" fmla="*/ 9144434 w 9601200"/>
              <a:gd name="connsiteY169" fmla="*/ 3704421 h 4194894"/>
              <a:gd name="connsiteX170" fmla="*/ 9142120 w 9601200"/>
              <a:gd name="connsiteY170" fmla="*/ 3697471 h 4194894"/>
              <a:gd name="connsiteX171" fmla="*/ 9136822 w 9601200"/>
              <a:gd name="connsiteY171" fmla="*/ 3693582 h 4194894"/>
              <a:gd name="connsiteX172" fmla="*/ 9129053 w 9601200"/>
              <a:gd name="connsiteY172" fmla="*/ 3691148 h 4194894"/>
              <a:gd name="connsiteX173" fmla="*/ 9122225 w 9601200"/>
              <a:gd name="connsiteY173" fmla="*/ 3688830 h 4194894"/>
              <a:gd name="connsiteX174" fmla="*/ 9120029 w 9601200"/>
              <a:gd name="connsiteY174" fmla="*/ 3685492 h 4194894"/>
              <a:gd name="connsiteX175" fmla="*/ 9121638 w 9601200"/>
              <a:gd name="connsiteY175" fmla="*/ 3682429 h 4194894"/>
              <a:gd name="connsiteX176" fmla="*/ 9126227 w 9601200"/>
              <a:gd name="connsiteY176" fmla="*/ 3681330 h 4194894"/>
              <a:gd name="connsiteX177" fmla="*/ 9131368 w 9601200"/>
              <a:gd name="connsiteY177" fmla="*/ 3682862 h 4194894"/>
              <a:gd name="connsiteX178" fmla="*/ 9133526 w 9601200"/>
              <a:gd name="connsiteY178" fmla="*/ 3686984 h 4194894"/>
              <a:gd name="connsiteX179" fmla="*/ 9144042 w 9601200"/>
              <a:gd name="connsiteY179" fmla="*/ 3686984 h 4194894"/>
              <a:gd name="connsiteX180" fmla="*/ 9138941 w 9601200"/>
              <a:gd name="connsiteY180" fmla="*/ 3676499 h 4194894"/>
              <a:gd name="connsiteX181" fmla="*/ 9126543 w 9601200"/>
              <a:gd name="connsiteY181" fmla="*/ 3672611 h 4194894"/>
              <a:gd name="connsiteX182" fmla="*/ 8983312 w 9601200"/>
              <a:gd name="connsiteY182" fmla="*/ 3672611 h 4194894"/>
              <a:gd name="connsiteX183" fmla="*/ 8971933 w 9601200"/>
              <a:gd name="connsiteY183" fmla="*/ 3675399 h 4194894"/>
              <a:gd name="connsiteX184" fmla="*/ 8963889 w 9601200"/>
              <a:gd name="connsiteY184" fmla="*/ 3683293 h 4194894"/>
              <a:gd name="connsiteX185" fmla="*/ 8960946 w 9601200"/>
              <a:gd name="connsiteY185" fmla="*/ 3695073 h 4194894"/>
              <a:gd name="connsiteX186" fmla="*/ 8963811 w 9601200"/>
              <a:gd name="connsiteY186" fmla="*/ 3706855 h 4194894"/>
              <a:gd name="connsiteX187" fmla="*/ 8971698 w 9601200"/>
              <a:gd name="connsiteY187" fmla="*/ 3714748 h 4194894"/>
              <a:gd name="connsiteX188" fmla="*/ 8982998 w 9601200"/>
              <a:gd name="connsiteY188" fmla="*/ 3717537 h 4194894"/>
              <a:gd name="connsiteX189" fmla="*/ 8994495 w 9601200"/>
              <a:gd name="connsiteY189" fmla="*/ 3714748 h 4194894"/>
              <a:gd name="connsiteX190" fmla="*/ 9002657 w 9601200"/>
              <a:gd name="connsiteY190" fmla="*/ 3706855 h 4194894"/>
              <a:gd name="connsiteX191" fmla="*/ 9005678 w 9601200"/>
              <a:gd name="connsiteY191" fmla="*/ 3695073 h 4194894"/>
              <a:gd name="connsiteX192" fmla="*/ 9002735 w 9601200"/>
              <a:gd name="connsiteY192" fmla="*/ 3683293 h 4194894"/>
              <a:gd name="connsiteX193" fmla="*/ 8994692 w 9601200"/>
              <a:gd name="connsiteY193" fmla="*/ 3675399 h 4194894"/>
              <a:gd name="connsiteX194" fmla="*/ 8983312 w 9601200"/>
              <a:gd name="connsiteY194" fmla="*/ 3672611 h 4194894"/>
              <a:gd name="connsiteX195" fmla="*/ 9082829 w 9601200"/>
              <a:gd name="connsiteY195" fmla="*/ 3672609 h 4194894"/>
              <a:gd name="connsiteX196" fmla="*/ 9071449 w 9601200"/>
              <a:gd name="connsiteY196" fmla="*/ 3675357 h 4194894"/>
              <a:gd name="connsiteX197" fmla="*/ 9063758 w 9601200"/>
              <a:gd name="connsiteY197" fmla="*/ 3683212 h 4194894"/>
              <a:gd name="connsiteX198" fmla="*/ 9061013 w 9601200"/>
              <a:gd name="connsiteY198" fmla="*/ 3695072 h 4194894"/>
              <a:gd name="connsiteX199" fmla="*/ 9063797 w 9601200"/>
              <a:gd name="connsiteY199" fmla="*/ 3706854 h 4194894"/>
              <a:gd name="connsiteX200" fmla="*/ 9071567 w 9601200"/>
              <a:gd name="connsiteY200" fmla="*/ 3714746 h 4194894"/>
              <a:gd name="connsiteX201" fmla="*/ 9082829 w 9601200"/>
              <a:gd name="connsiteY201" fmla="*/ 3717535 h 4194894"/>
              <a:gd name="connsiteX202" fmla="*/ 9095935 w 9601200"/>
              <a:gd name="connsiteY202" fmla="*/ 3713490 h 4194894"/>
              <a:gd name="connsiteX203" fmla="*/ 9103153 w 9601200"/>
              <a:gd name="connsiteY203" fmla="*/ 3703162 h 4194894"/>
              <a:gd name="connsiteX204" fmla="*/ 9091304 w 9601200"/>
              <a:gd name="connsiteY204" fmla="*/ 3703162 h 4194894"/>
              <a:gd name="connsiteX205" fmla="*/ 9082593 w 9601200"/>
              <a:gd name="connsiteY205" fmla="*/ 3708424 h 4194894"/>
              <a:gd name="connsiteX206" fmla="*/ 9075451 w 9601200"/>
              <a:gd name="connsiteY206" fmla="*/ 3705753 h 4194894"/>
              <a:gd name="connsiteX207" fmla="*/ 9072156 w 9601200"/>
              <a:gd name="connsiteY207" fmla="*/ 3698370 h 4194894"/>
              <a:gd name="connsiteX208" fmla="*/ 9103939 w 9601200"/>
              <a:gd name="connsiteY208" fmla="*/ 3698370 h 4194894"/>
              <a:gd name="connsiteX209" fmla="*/ 9104253 w 9601200"/>
              <a:gd name="connsiteY209" fmla="*/ 3694129 h 4194894"/>
              <a:gd name="connsiteX210" fmla="*/ 9101544 w 9601200"/>
              <a:gd name="connsiteY210" fmla="*/ 3682859 h 4194894"/>
              <a:gd name="connsiteX211" fmla="*/ 9093934 w 9601200"/>
              <a:gd name="connsiteY211" fmla="*/ 3675280 h 4194894"/>
              <a:gd name="connsiteX212" fmla="*/ 9082829 w 9601200"/>
              <a:gd name="connsiteY212" fmla="*/ 3672609 h 4194894"/>
              <a:gd name="connsiteX213" fmla="*/ 9170571 w 9601200"/>
              <a:gd name="connsiteY213" fmla="*/ 3672608 h 4194894"/>
              <a:gd name="connsiteX214" fmla="*/ 9159427 w 9601200"/>
              <a:gd name="connsiteY214" fmla="*/ 3675396 h 4194894"/>
              <a:gd name="connsiteX215" fmla="*/ 9151814 w 9601200"/>
              <a:gd name="connsiteY215" fmla="*/ 3683251 h 4194894"/>
              <a:gd name="connsiteX216" fmla="*/ 9149068 w 9601200"/>
              <a:gd name="connsiteY216" fmla="*/ 3695071 h 4194894"/>
              <a:gd name="connsiteX217" fmla="*/ 9151814 w 9601200"/>
              <a:gd name="connsiteY217" fmla="*/ 3706892 h 4194894"/>
              <a:gd name="connsiteX218" fmla="*/ 9159427 w 9601200"/>
              <a:gd name="connsiteY218" fmla="*/ 3714746 h 4194894"/>
              <a:gd name="connsiteX219" fmla="*/ 9170571 w 9601200"/>
              <a:gd name="connsiteY219" fmla="*/ 3717534 h 4194894"/>
              <a:gd name="connsiteX220" fmla="*/ 9183912 w 9601200"/>
              <a:gd name="connsiteY220" fmla="*/ 3713372 h 4194894"/>
              <a:gd name="connsiteX221" fmla="*/ 9191053 w 9601200"/>
              <a:gd name="connsiteY221" fmla="*/ 3702140 h 4194894"/>
              <a:gd name="connsiteX222" fmla="*/ 9179203 w 9601200"/>
              <a:gd name="connsiteY222" fmla="*/ 3702140 h 4194894"/>
              <a:gd name="connsiteX223" fmla="*/ 9170492 w 9601200"/>
              <a:gd name="connsiteY223" fmla="*/ 3708110 h 4194894"/>
              <a:gd name="connsiteX224" fmla="*/ 9163037 w 9601200"/>
              <a:gd name="connsiteY224" fmla="*/ 3704692 h 4194894"/>
              <a:gd name="connsiteX225" fmla="*/ 9160291 w 9601200"/>
              <a:gd name="connsiteY225" fmla="*/ 3695071 h 4194894"/>
              <a:gd name="connsiteX226" fmla="*/ 9163037 w 9601200"/>
              <a:gd name="connsiteY226" fmla="*/ 3685371 h 4194894"/>
              <a:gd name="connsiteX227" fmla="*/ 9170492 w 9601200"/>
              <a:gd name="connsiteY227" fmla="*/ 3681955 h 4194894"/>
              <a:gd name="connsiteX228" fmla="*/ 9176024 w 9601200"/>
              <a:gd name="connsiteY228" fmla="*/ 3683565 h 4194894"/>
              <a:gd name="connsiteX229" fmla="*/ 9179203 w 9601200"/>
              <a:gd name="connsiteY229" fmla="*/ 3688002 h 4194894"/>
              <a:gd name="connsiteX230" fmla="*/ 9191053 w 9601200"/>
              <a:gd name="connsiteY230" fmla="*/ 3688002 h 4194894"/>
              <a:gd name="connsiteX231" fmla="*/ 9183952 w 9601200"/>
              <a:gd name="connsiteY231" fmla="*/ 3676653 h 4194894"/>
              <a:gd name="connsiteX232" fmla="*/ 9170571 w 9601200"/>
              <a:gd name="connsiteY232" fmla="*/ 3672608 h 4194894"/>
              <a:gd name="connsiteX233" fmla="*/ 9029225 w 9601200"/>
              <a:gd name="connsiteY233" fmla="*/ 3672607 h 4194894"/>
              <a:gd name="connsiteX234" fmla="*/ 9019141 w 9601200"/>
              <a:gd name="connsiteY234" fmla="*/ 3675355 h 4194894"/>
              <a:gd name="connsiteX235" fmla="*/ 9012001 w 9601200"/>
              <a:gd name="connsiteY235" fmla="*/ 3683209 h 4194894"/>
              <a:gd name="connsiteX236" fmla="*/ 9009371 w 9601200"/>
              <a:gd name="connsiteY236" fmla="*/ 3694913 h 4194894"/>
              <a:gd name="connsiteX237" fmla="*/ 9012001 w 9601200"/>
              <a:gd name="connsiteY237" fmla="*/ 3706733 h 4194894"/>
              <a:gd name="connsiteX238" fmla="*/ 9019180 w 9601200"/>
              <a:gd name="connsiteY238" fmla="*/ 3714705 h 4194894"/>
              <a:gd name="connsiteX239" fmla="*/ 9029225 w 9601200"/>
              <a:gd name="connsiteY239" fmla="*/ 3717533 h 4194894"/>
              <a:gd name="connsiteX240" fmla="*/ 9037741 w 9601200"/>
              <a:gd name="connsiteY240" fmla="*/ 3715490 h 4194894"/>
              <a:gd name="connsiteX241" fmla="*/ 9043587 w 9601200"/>
              <a:gd name="connsiteY241" fmla="*/ 3710385 h 4194894"/>
              <a:gd name="connsiteX242" fmla="*/ 9043587 w 9601200"/>
              <a:gd name="connsiteY242" fmla="*/ 3717140 h 4194894"/>
              <a:gd name="connsiteX243" fmla="*/ 9040605 w 9601200"/>
              <a:gd name="connsiteY243" fmla="*/ 3725819 h 4194894"/>
              <a:gd name="connsiteX244" fmla="*/ 9032835 w 9601200"/>
              <a:gd name="connsiteY244" fmla="*/ 3728685 h 4194894"/>
              <a:gd name="connsiteX245" fmla="*/ 9025890 w 9601200"/>
              <a:gd name="connsiteY245" fmla="*/ 3726918 h 4194894"/>
              <a:gd name="connsiteX246" fmla="*/ 9022162 w 9601200"/>
              <a:gd name="connsiteY246" fmla="*/ 3722167 h 4194894"/>
              <a:gd name="connsiteX247" fmla="*/ 9011254 w 9601200"/>
              <a:gd name="connsiteY247" fmla="*/ 3722167 h 4194894"/>
              <a:gd name="connsiteX248" fmla="*/ 9017964 w 9601200"/>
              <a:gd name="connsiteY248" fmla="*/ 3733948 h 4194894"/>
              <a:gd name="connsiteX249" fmla="*/ 9033150 w 9601200"/>
              <a:gd name="connsiteY249" fmla="*/ 3738268 h 4194894"/>
              <a:gd name="connsiteX250" fmla="*/ 9044920 w 9601200"/>
              <a:gd name="connsiteY250" fmla="*/ 3735479 h 4194894"/>
              <a:gd name="connsiteX251" fmla="*/ 9052219 w 9601200"/>
              <a:gd name="connsiteY251" fmla="*/ 3727939 h 4194894"/>
              <a:gd name="connsiteX252" fmla="*/ 9054652 w 9601200"/>
              <a:gd name="connsiteY252" fmla="*/ 3717140 h 4194894"/>
              <a:gd name="connsiteX253" fmla="*/ 9054652 w 9601200"/>
              <a:gd name="connsiteY253" fmla="*/ 3673314 h 4194894"/>
              <a:gd name="connsiteX254" fmla="*/ 9043587 w 9601200"/>
              <a:gd name="connsiteY254" fmla="*/ 3673314 h 4194894"/>
              <a:gd name="connsiteX255" fmla="*/ 9043587 w 9601200"/>
              <a:gd name="connsiteY255" fmla="*/ 3679518 h 4194894"/>
              <a:gd name="connsiteX256" fmla="*/ 9037781 w 9601200"/>
              <a:gd name="connsiteY256" fmla="*/ 3674532 h 4194894"/>
              <a:gd name="connsiteX257" fmla="*/ 9029225 w 9601200"/>
              <a:gd name="connsiteY257" fmla="*/ 3672607 h 4194894"/>
              <a:gd name="connsiteX258" fmla="*/ 9344794 w 9601200"/>
              <a:gd name="connsiteY258" fmla="*/ 3658741 h 4194894"/>
              <a:gd name="connsiteX259" fmla="*/ 9344794 w 9601200"/>
              <a:gd name="connsiteY259" fmla="*/ 3716862 h 4194894"/>
              <a:gd name="connsiteX260" fmla="*/ 9355780 w 9601200"/>
              <a:gd name="connsiteY260" fmla="*/ 3716862 h 4194894"/>
              <a:gd name="connsiteX261" fmla="*/ 9355780 w 9601200"/>
              <a:gd name="connsiteY261" fmla="*/ 3658741 h 4194894"/>
              <a:gd name="connsiteX262" fmla="*/ 9197574 w 9601200"/>
              <a:gd name="connsiteY262" fmla="*/ 3658707 h 4194894"/>
              <a:gd name="connsiteX263" fmla="*/ 9197574 w 9601200"/>
              <a:gd name="connsiteY263" fmla="*/ 3716828 h 4194894"/>
              <a:gd name="connsiteX264" fmla="*/ 9208560 w 9601200"/>
              <a:gd name="connsiteY264" fmla="*/ 3716828 h 4194894"/>
              <a:gd name="connsiteX265" fmla="*/ 9208560 w 9601200"/>
              <a:gd name="connsiteY265" fmla="*/ 3692794 h 4194894"/>
              <a:gd name="connsiteX266" fmla="*/ 9211189 w 9601200"/>
              <a:gd name="connsiteY266" fmla="*/ 3684822 h 4194894"/>
              <a:gd name="connsiteX267" fmla="*/ 9218370 w 9601200"/>
              <a:gd name="connsiteY267" fmla="*/ 3682034 h 4194894"/>
              <a:gd name="connsiteX268" fmla="*/ 9225433 w 9601200"/>
              <a:gd name="connsiteY268" fmla="*/ 3684822 h 4194894"/>
              <a:gd name="connsiteX269" fmla="*/ 9228023 w 9601200"/>
              <a:gd name="connsiteY269" fmla="*/ 3692794 h 4194894"/>
              <a:gd name="connsiteX270" fmla="*/ 9228023 w 9601200"/>
              <a:gd name="connsiteY270" fmla="*/ 3716828 h 4194894"/>
              <a:gd name="connsiteX271" fmla="*/ 9239009 w 9601200"/>
              <a:gd name="connsiteY271" fmla="*/ 3716828 h 4194894"/>
              <a:gd name="connsiteX272" fmla="*/ 9239009 w 9601200"/>
              <a:gd name="connsiteY272" fmla="*/ 3691301 h 4194894"/>
              <a:gd name="connsiteX273" fmla="*/ 9236850 w 9601200"/>
              <a:gd name="connsiteY273" fmla="*/ 3681209 h 4194894"/>
              <a:gd name="connsiteX274" fmla="*/ 9230848 w 9601200"/>
              <a:gd name="connsiteY274" fmla="*/ 3674847 h 4194894"/>
              <a:gd name="connsiteX275" fmla="*/ 9222059 w 9601200"/>
              <a:gd name="connsiteY275" fmla="*/ 3672687 h 4194894"/>
              <a:gd name="connsiteX276" fmla="*/ 9214210 w 9601200"/>
              <a:gd name="connsiteY276" fmla="*/ 3674298 h 4194894"/>
              <a:gd name="connsiteX277" fmla="*/ 9208560 w 9601200"/>
              <a:gd name="connsiteY277" fmla="*/ 3678735 h 4194894"/>
              <a:gd name="connsiteX278" fmla="*/ 9208560 w 9601200"/>
              <a:gd name="connsiteY278" fmla="*/ 3658707 h 4194894"/>
              <a:gd name="connsiteX279" fmla="*/ 8913386 w 9601200"/>
              <a:gd name="connsiteY279" fmla="*/ 3658707 h 4194894"/>
              <a:gd name="connsiteX280" fmla="*/ 8913386 w 9601200"/>
              <a:gd name="connsiteY280" fmla="*/ 3716828 h 4194894"/>
              <a:gd name="connsiteX281" fmla="*/ 8924372 w 9601200"/>
              <a:gd name="connsiteY281" fmla="*/ 3716828 h 4194894"/>
              <a:gd name="connsiteX282" fmla="*/ 8924372 w 9601200"/>
              <a:gd name="connsiteY282" fmla="*/ 3692794 h 4194894"/>
              <a:gd name="connsiteX283" fmla="*/ 8927001 w 9601200"/>
              <a:gd name="connsiteY283" fmla="*/ 3684822 h 4194894"/>
              <a:gd name="connsiteX284" fmla="*/ 8934181 w 9601200"/>
              <a:gd name="connsiteY284" fmla="*/ 3682034 h 4194894"/>
              <a:gd name="connsiteX285" fmla="*/ 8941244 w 9601200"/>
              <a:gd name="connsiteY285" fmla="*/ 3684822 h 4194894"/>
              <a:gd name="connsiteX286" fmla="*/ 8943834 w 9601200"/>
              <a:gd name="connsiteY286" fmla="*/ 3692794 h 4194894"/>
              <a:gd name="connsiteX287" fmla="*/ 8943834 w 9601200"/>
              <a:gd name="connsiteY287" fmla="*/ 3716828 h 4194894"/>
              <a:gd name="connsiteX288" fmla="*/ 8954820 w 9601200"/>
              <a:gd name="connsiteY288" fmla="*/ 3716828 h 4194894"/>
              <a:gd name="connsiteX289" fmla="*/ 8954820 w 9601200"/>
              <a:gd name="connsiteY289" fmla="*/ 3691301 h 4194894"/>
              <a:gd name="connsiteX290" fmla="*/ 8952662 w 9601200"/>
              <a:gd name="connsiteY290" fmla="*/ 3681209 h 4194894"/>
              <a:gd name="connsiteX291" fmla="*/ 8946659 w 9601200"/>
              <a:gd name="connsiteY291" fmla="*/ 3674847 h 4194894"/>
              <a:gd name="connsiteX292" fmla="*/ 8937869 w 9601200"/>
              <a:gd name="connsiteY292" fmla="*/ 3672687 h 4194894"/>
              <a:gd name="connsiteX293" fmla="*/ 8930022 w 9601200"/>
              <a:gd name="connsiteY293" fmla="*/ 3674298 h 4194894"/>
              <a:gd name="connsiteX294" fmla="*/ 8924372 w 9601200"/>
              <a:gd name="connsiteY294" fmla="*/ 3678735 h 4194894"/>
              <a:gd name="connsiteX295" fmla="*/ 8924372 w 9601200"/>
              <a:gd name="connsiteY295" fmla="*/ 3658707 h 4194894"/>
              <a:gd name="connsiteX296" fmla="*/ 8686393 w 9601200"/>
              <a:gd name="connsiteY296" fmla="*/ 3649867 h 4194894"/>
              <a:gd name="connsiteX297" fmla="*/ 8775707 w 9601200"/>
              <a:gd name="connsiteY297" fmla="*/ 3739256 h 4194894"/>
              <a:gd name="connsiteX298" fmla="*/ 8865022 w 9601200"/>
              <a:gd name="connsiteY298" fmla="*/ 3649867 h 4194894"/>
              <a:gd name="connsiteX299" fmla="*/ 8821608 w 9601200"/>
              <a:gd name="connsiteY299" fmla="*/ 3649867 h 4194894"/>
              <a:gd name="connsiteX300" fmla="*/ 8775707 w 9601200"/>
              <a:gd name="connsiteY300" fmla="*/ 3695806 h 4194894"/>
              <a:gd name="connsiteX301" fmla="*/ 8729806 w 9601200"/>
              <a:gd name="connsiteY301" fmla="*/ 3649867 h 4194894"/>
              <a:gd name="connsiteX302" fmla="*/ 9570620 w 9601200"/>
              <a:gd name="connsiteY302" fmla="*/ 1418878 h 4194894"/>
              <a:gd name="connsiteX303" fmla="*/ 9355781 w 9601200"/>
              <a:gd name="connsiteY303" fmla="*/ 1633717 h 4194894"/>
              <a:gd name="connsiteX304" fmla="*/ 9355781 w 9601200"/>
              <a:gd name="connsiteY304" fmla="*/ 1641337 h 4194894"/>
              <a:gd name="connsiteX305" fmla="*/ 9574430 w 9601200"/>
              <a:gd name="connsiteY305" fmla="*/ 1422688 h 4194894"/>
              <a:gd name="connsiteX306" fmla="*/ 9532520 w 9601200"/>
              <a:gd name="connsiteY306" fmla="*/ 1418878 h 4194894"/>
              <a:gd name="connsiteX307" fmla="*/ 9355781 w 9601200"/>
              <a:gd name="connsiteY307" fmla="*/ 1595617 h 4194894"/>
              <a:gd name="connsiteX308" fmla="*/ 9355781 w 9601200"/>
              <a:gd name="connsiteY308" fmla="*/ 1603237 h 4194894"/>
              <a:gd name="connsiteX309" fmla="*/ 9536330 w 9601200"/>
              <a:gd name="connsiteY309" fmla="*/ 1422688 h 4194894"/>
              <a:gd name="connsiteX310" fmla="*/ 9494420 w 9601200"/>
              <a:gd name="connsiteY310" fmla="*/ 1418878 h 4194894"/>
              <a:gd name="connsiteX311" fmla="*/ 9355781 w 9601200"/>
              <a:gd name="connsiteY311" fmla="*/ 1557517 h 4194894"/>
              <a:gd name="connsiteX312" fmla="*/ 9355781 w 9601200"/>
              <a:gd name="connsiteY312" fmla="*/ 1565137 h 4194894"/>
              <a:gd name="connsiteX313" fmla="*/ 9498230 w 9601200"/>
              <a:gd name="connsiteY313" fmla="*/ 1422688 h 4194894"/>
              <a:gd name="connsiteX314" fmla="*/ 9456320 w 9601200"/>
              <a:gd name="connsiteY314" fmla="*/ 1418878 h 4194894"/>
              <a:gd name="connsiteX315" fmla="*/ 9355781 w 9601200"/>
              <a:gd name="connsiteY315" fmla="*/ 1519417 h 4194894"/>
              <a:gd name="connsiteX316" fmla="*/ 9355781 w 9601200"/>
              <a:gd name="connsiteY316" fmla="*/ 1527037 h 4194894"/>
              <a:gd name="connsiteX317" fmla="*/ 9460130 w 9601200"/>
              <a:gd name="connsiteY317" fmla="*/ 1422688 h 4194894"/>
              <a:gd name="connsiteX318" fmla="*/ 9418220 w 9601200"/>
              <a:gd name="connsiteY318" fmla="*/ 1418878 h 4194894"/>
              <a:gd name="connsiteX319" fmla="*/ 9355781 w 9601200"/>
              <a:gd name="connsiteY319" fmla="*/ 1481317 h 4194894"/>
              <a:gd name="connsiteX320" fmla="*/ 9355781 w 9601200"/>
              <a:gd name="connsiteY320" fmla="*/ 1488937 h 4194894"/>
              <a:gd name="connsiteX321" fmla="*/ 9422030 w 9601200"/>
              <a:gd name="connsiteY321" fmla="*/ 1422688 h 4194894"/>
              <a:gd name="connsiteX322" fmla="*/ 9380120 w 9601200"/>
              <a:gd name="connsiteY322" fmla="*/ 1418878 h 4194894"/>
              <a:gd name="connsiteX323" fmla="*/ 9355781 w 9601200"/>
              <a:gd name="connsiteY323" fmla="*/ 1443217 h 4194894"/>
              <a:gd name="connsiteX324" fmla="*/ 9355781 w 9601200"/>
              <a:gd name="connsiteY324" fmla="*/ 1450837 h 4194894"/>
              <a:gd name="connsiteX325" fmla="*/ 9383930 w 9601200"/>
              <a:gd name="connsiteY325" fmla="*/ 1422688 h 4194894"/>
              <a:gd name="connsiteX326" fmla="*/ 0 w 9601200"/>
              <a:gd name="connsiteY326" fmla="*/ 0 h 4194894"/>
              <a:gd name="connsiteX327" fmla="*/ 3649813 w 9601200"/>
              <a:gd name="connsiteY327" fmla="*/ 0 h 4194894"/>
              <a:gd name="connsiteX328" fmla="*/ 5398520 w 9601200"/>
              <a:gd name="connsiteY328" fmla="*/ 0 h 4194894"/>
              <a:gd name="connsiteX329" fmla="*/ 5398520 w 9601200"/>
              <a:gd name="connsiteY329" fmla="*/ 1 h 4194894"/>
              <a:gd name="connsiteX330" fmla="*/ 9601199 w 9601200"/>
              <a:gd name="connsiteY330" fmla="*/ 1 h 4194894"/>
              <a:gd name="connsiteX331" fmla="*/ 9601199 w 9601200"/>
              <a:gd name="connsiteY331" fmla="*/ 0 h 4194894"/>
              <a:gd name="connsiteX332" fmla="*/ 9601200 w 9601200"/>
              <a:gd name="connsiteY332" fmla="*/ 0 h 4194894"/>
              <a:gd name="connsiteX333" fmla="*/ 9601200 w 9601200"/>
              <a:gd name="connsiteY333" fmla="*/ 1426398 h 4194894"/>
              <a:gd name="connsiteX334" fmla="*/ 9355781 w 9601200"/>
              <a:gd name="connsiteY334" fmla="*/ 1671817 h 4194894"/>
              <a:gd name="connsiteX335" fmla="*/ 9355781 w 9601200"/>
              <a:gd name="connsiteY335" fmla="*/ 1679437 h 4194894"/>
              <a:gd name="connsiteX336" fmla="*/ 9601200 w 9601200"/>
              <a:gd name="connsiteY336" fmla="*/ 1434018 h 4194894"/>
              <a:gd name="connsiteX337" fmla="*/ 9601200 w 9601200"/>
              <a:gd name="connsiteY337" fmla="*/ 1464498 h 4194894"/>
              <a:gd name="connsiteX338" fmla="*/ 9355781 w 9601200"/>
              <a:gd name="connsiteY338" fmla="*/ 1709917 h 4194894"/>
              <a:gd name="connsiteX339" fmla="*/ 9355781 w 9601200"/>
              <a:gd name="connsiteY339" fmla="*/ 1717537 h 4194894"/>
              <a:gd name="connsiteX340" fmla="*/ 9601200 w 9601200"/>
              <a:gd name="connsiteY340" fmla="*/ 1472118 h 4194894"/>
              <a:gd name="connsiteX341" fmla="*/ 9601200 w 9601200"/>
              <a:gd name="connsiteY341" fmla="*/ 1502598 h 4194894"/>
              <a:gd name="connsiteX342" fmla="*/ 9355781 w 9601200"/>
              <a:gd name="connsiteY342" fmla="*/ 1748017 h 4194894"/>
              <a:gd name="connsiteX343" fmla="*/ 9355781 w 9601200"/>
              <a:gd name="connsiteY343" fmla="*/ 1755638 h 4194894"/>
              <a:gd name="connsiteX344" fmla="*/ 9601200 w 9601200"/>
              <a:gd name="connsiteY344" fmla="*/ 1510219 h 4194894"/>
              <a:gd name="connsiteX345" fmla="*/ 9601200 w 9601200"/>
              <a:gd name="connsiteY345" fmla="*/ 1540699 h 4194894"/>
              <a:gd name="connsiteX346" fmla="*/ 9355781 w 9601200"/>
              <a:gd name="connsiteY346" fmla="*/ 1786118 h 4194894"/>
              <a:gd name="connsiteX347" fmla="*/ 9355781 w 9601200"/>
              <a:gd name="connsiteY347" fmla="*/ 1793737 h 4194894"/>
              <a:gd name="connsiteX348" fmla="*/ 9601200 w 9601200"/>
              <a:gd name="connsiteY348" fmla="*/ 1548318 h 4194894"/>
              <a:gd name="connsiteX349" fmla="*/ 9601200 w 9601200"/>
              <a:gd name="connsiteY349" fmla="*/ 1578799 h 4194894"/>
              <a:gd name="connsiteX350" fmla="*/ 9355781 w 9601200"/>
              <a:gd name="connsiteY350" fmla="*/ 1824218 h 4194894"/>
              <a:gd name="connsiteX351" fmla="*/ 9355781 w 9601200"/>
              <a:gd name="connsiteY351" fmla="*/ 1831837 h 4194894"/>
              <a:gd name="connsiteX352" fmla="*/ 9601200 w 9601200"/>
              <a:gd name="connsiteY352" fmla="*/ 1586418 h 4194894"/>
              <a:gd name="connsiteX353" fmla="*/ 9601200 w 9601200"/>
              <a:gd name="connsiteY353" fmla="*/ 1616898 h 4194894"/>
              <a:gd name="connsiteX354" fmla="*/ 9355781 w 9601200"/>
              <a:gd name="connsiteY354" fmla="*/ 1862317 h 4194894"/>
              <a:gd name="connsiteX355" fmla="*/ 9355781 w 9601200"/>
              <a:gd name="connsiteY355" fmla="*/ 1869937 h 4194894"/>
              <a:gd name="connsiteX356" fmla="*/ 9601200 w 9601200"/>
              <a:gd name="connsiteY356" fmla="*/ 1624518 h 4194894"/>
              <a:gd name="connsiteX357" fmla="*/ 9601200 w 9601200"/>
              <a:gd name="connsiteY357" fmla="*/ 1654998 h 4194894"/>
              <a:gd name="connsiteX358" fmla="*/ 9355781 w 9601200"/>
              <a:gd name="connsiteY358" fmla="*/ 1900417 h 4194894"/>
              <a:gd name="connsiteX359" fmla="*/ 9355781 w 9601200"/>
              <a:gd name="connsiteY359" fmla="*/ 1908037 h 4194894"/>
              <a:gd name="connsiteX360" fmla="*/ 9601200 w 9601200"/>
              <a:gd name="connsiteY360" fmla="*/ 1662618 h 4194894"/>
              <a:gd name="connsiteX361" fmla="*/ 9601200 w 9601200"/>
              <a:gd name="connsiteY361" fmla="*/ 1693098 h 4194894"/>
              <a:gd name="connsiteX362" fmla="*/ 9355781 w 9601200"/>
              <a:gd name="connsiteY362" fmla="*/ 1938517 h 4194894"/>
              <a:gd name="connsiteX363" fmla="*/ 9355781 w 9601200"/>
              <a:gd name="connsiteY363" fmla="*/ 1946138 h 4194894"/>
              <a:gd name="connsiteX364" fmla="*/ 9601200 w 9601200"/>
              <a:gd name="connsiteY364" fmla="*/ 1700719 h 4194894"/>
              <a:gd name="connsiteX365" fmla="*/ 9601200 w 9601200"/>
              <a:gd name="connsiteY365" fmla="*/ 1731198 h 4194894"/>
              <a:gd name="connsiteX366" fmla="*/ 9355781 w 9601200"/>
              <a:gd name="connsiteY366" fmla="*/ 1976617 h 4194894"/>
              <a:gd name="connsiteX367" fmla="*/ 9355781 w 9601200"/>
              <a:gd name="connsiteY367" fmla="*/ 1984238 h 4194894"/>
              <a:gd name="connsiteX368" fmla="*/ 9601200 w 9601200"/>
              <a:gd name="connsiteY368" fmla="*/ 1738819 h 4194894"/>
              <a:gd name="connsiteX369" fmla="*/ 9601200 w 9601200"/>
              <a:gd name="connsiteY369" fmla="*/ 1769299 h 4194894"/>
              <a:gd name="connsiteX370" fmla="*/ 9355781 w 9601200"/>
              <a:gd name="connsiteY370" fmla="*/ 2014718 h 4194894"/>
              <a:gd name="connsiteX371" fmla="*/ 9355781 w 9601200"/>
              <a:gd name="connsiteY371" fmla="*/ 2022337 h 4194894"/>
              <a:gd name="connsiteX372" fmla="*/ 9601200 w 9601200"/>
              <a:gd name="connsiteY372" fmla="*/ 1776918 h 4194894"/>
              <a:gd name="connsiteX373" fmla="*/ 9601200 w 9601200"/>
              <a:gd name="connsiteY373" fmla="*/ 1807399 h 4194894"/>
              <a:gd name="connsiteX374" fmla="*/ 9355781 w 9601200"/>
              <a:gd name="connsiteY374" fmla="*/ 2052818 h 4194894"/>
              <a:gd name="connsiteX375" fmla="*/ 9355781 w 9601200"/>
              <a:gd name="connsiteY375" fmla="*/ 2060437 h 4194894"/>
              <a:gd name="connsiteX376" fmla="*/ 9601200 w 9601200"/>
              <a:gd name="connsiteY376" fmla="*/ 1815018 h 4194894"/>
              <a:gd name="connsiteX377" fmla="*/ 9601200 w 9601200"/>
              <a:gd name="connsiteY377" fmla="*/ 1845498 h 4194894"/>
              <a:gd name="connsiteX378" fmla="*/ 9355781 w 9601200"/>
              <a:gd name="connsiteY378" fmla="*/ 2090917 h 4194894"/>
              <a:gd name="connsiteX379" fmla="*/ 9355781 w 9601200"/>
              <a:gd name="connsiteY379" fmla="*/ 2098537 h 4194894"/>
              <a:gd name="connsiteX380" fmla="*/ 9601200 w 9601200"/>
              <a:gd name="connsiteY380" fmla="*/ 1853118 h 4194894"/>
              <a:gd name="connsiteX381" fmla="*/ 9601200 w 9601200"/>
              <a:gd name="connsiteY381" fmla="*/ 1883598 h 4194894"/>
              <a:gd name="connsiteX382" fmla="*/ 9355781 w 9601200"/>
              <a:gd name="connsiteY382" fmla="*/ 2129017 h 4194894"/>
              <a:gd name="connsiteX383" fmla="*/ 9355781 w 9601200"/>
              <a:gd name="connsiteY383" fmla="*/ 2136637 h 4194894"/>
              <a:gd name="connsiteX384" fmla="*/ 9601200 w 9601200"/>
              <a:gd name="connsiteY384" fmla="*/ 1891218 h 4194894"/>
              <a:gd name="connsiteX385" fmla="*/ 9601200 w 9601200"/>
              <a:gd name="connsiteY385" fmla="*/ 1921698 h 4194894"/>
              <a:gd name="connsiteX386" fmla="*/ 9355781 w 9601200"/>
              <a:gd name="connsiteY386" fmla="*/ 2167117 h 4194894"/>
              <a:gd name="connsiteX387" fmla="*/ 9355781 w 9601200"/>
              <a:gd name="connsiteY387" fmla="*/ 2174737 h 4194894"/>
              <a:gd name="connsiteX388" fmla="*/ 9601200 w 9601200"/>
              <a:gd name="connsiteY388" fmla="*/ 1929318 h 4194894"/>
              <a:gd name="connsiteX389" fmla="*/ 9601200 w 9601200"/>
              <a:gd name="connsiteY389" fmla="*/ 1959798 h 4194894"/>
              <a:gd name="connsiteX390" fmla="*/ 9355781 w 9601200"/>
              <a:gd name="connsiteY390" fmla="*/ 2205217 h 4194894"/>
              <a:gd name="connsiteX391" fmla="*/ 9355781 w 9601200"/>
              <a:gd name="connsiteY391" fmla="*/ 2212838 h 4194894"/>
              <a:gd name="connsiteX392" fmla="*/ 9601200 w 9601200"/>
              <a:gd name="connsiteY392" fmla="*/ 1967419 h 4194894"/>
              <a:gd name="connsiteX393" fmla="*/ 9601200 w 9601200"/>
              <a:gd name="connsiteY393" fmla="*/ 1997898 h 4194894"/>
              <a:gd name="connsiteX394" fmla="*/ 9355781 w 9601200"/>
              <a:gd name="connsiteY394" fmla="*/ 2243317 h 4194894"/>
              <a:gd name="connsiteX395" fmla="*/ 9355781 w 9601200"/>
              <a:gd name="connsiteY395" fmla="*/ 2250937 h 4194894"/>
              <a:gd name="connsiteX396" fmla="*/ 9601200 w 9601200"/>
              <a:gd name="connsiteY396" fmla="*/ 2005518 h 4194894"/>
              <a:gd name="connsiteX397" fmla="*/ 9601200 w 9601200"/>
              <a:gd name="connsiteY397" fmla="*/ 2035999 h 4194894"/>
              <a:gd name="connsiteX398" fmla="*/ 9355781 w 9601200"/>
              <a:gd name="connsiteY398" fmla="*/ 2281418 h 4194894"/>
              <a:gd name="connsiteX399" fmla="*/ 9355781 w 9601200"/>
              <a:gd name="connsiteY399" fmla="*/ 2289037 h 4194894"/>
              <a:gd name="connsiteX400" fmla="*/ 9601200 w 9601200"/>
              <a:gd name="connsiteY400" fmla="*/ 2043618 h 4194894"/>
              <a:gd name="connsiteX401" fmla="*/ 9601200 w 9601200"/>
              <a:gd name="connsiteY401" fmla="*/ 2074098 h 4194894"/>
              <a:gd name="connsiteX402" fmla="*/ 9355781 w 9601200"/>
              <a:gd name="connsiteY402" fmla="*/ 2319517 h 4194894"/>
              <a:gd name="connsiteX403" fmla="*/ 9355781 w 9601200"/>
              <a:gd name="connsiteY403" fmla="*/ 2327137 h 4194894"/>
              <a:gd name="connsiteX404" fmla="*/ 9601200 w 9601200"/>
              <a:gd name="connsiteY404" fmla="*/ 2081718 h 4194894"/>
              <a:gd name="connsiteX405" fmla="*/ 9601200 w 9601200"/>
              <a:gd name="connsiteY405" fmla="*/ 2112198 h 4194894"/>
              <a:gd name="connsiteX406" fmla="*/ 9355781 w 9601200"/>
              <a:gd name="connsiteY406" fmla="*/ 2357617 h 4194894"/>
              <a:gd name="connsiteX407" fmla="*/ 9355781 w 9601200"/>
              <a:gd name="connsiteY407" fmla="*/ 2365237 h 4194894"/>
              <a:gd name="connsiteX408" fmla="*/ 9601200 w 9601200"/>
              <a:gd name="connsiteY408" fmla="*/ 2119818 h 4194894"/>
              <a:gd name="connsiteX409" fmla="*/ 9601200 w 9601200"/>
              <a:gd name="connsiteY409" fmla="*/ 2150298 h 4194894"/>
              <a:gd name="connsiteX410" fmla="*/ 9355781 w 9601200"/>
              <a:gd name="connsiteY410" fmla="*/ 2395717 h 4194894"/>
              <a:gd name="connsiteX411" fmla="*/ 9355781 w 9601200"/>
              <a:gd name="connsiteY411" fmla="*/ 2403337 h 4194894"/>
              <a:gd name="connsiteX412" fmla="*/ 9601200 w 9601200"/>
              <a:gd name="connsiteY412" fmla="*/ 2157918 h 4194894"/>
              <a:gd name="connsiteX413" fmla="*/ 9601200 w 9601200"/>
              <a:gd name="connsiteY413" fmla="*/ 2188398 h 4194894"/>
              <a:gd name="connsiteX414" fmla="*/ 9355781 w 9601200"/>
              <a:gd name="connsiteY414" fmla="*/ 2433817 h 4194894"/>
              <a:gd name="connsiteX415" fmla="*/ 9355781 w 9601200"/>
              <a:gd name="connsiteY415" fmla="*/ 2441438 h 4194894"/>
              <a:gd name="connsiteX416" fmla="*/ 9601200 w 9601200"/>
              <a:gd name="connsiteY416" fmla="*/ 2196019 h 4194894"/>
              <a:gd name="connsiteX417" fmla="*/ 9601200 w 9601200"/>
              <a:gd name="connsiteY417" fmla="*/ 2226498 h 4194894"/>
              <a:gd name="connsiteX418" fmla="*/ 9355781 w 9601200"/>
              <a:gd name="connsiteY418" fmla="*/ 2471917 h 4194894"/>
              <a:gd name="connsiteX419" fmla="*/ 9355781 w 9601200"/>
              <a:gd name="connsiteY419" fmla="*/ 2479538 h 4194894"/>
              <a:gd name="connsiteX420" fmla="*/ 9601200 w 9601200"/>
              <a:gd name="connsiteY420" fmla="*/ 2234119 h 4194894"/>
              <a:gd name="connsiteX421" fmla="*/ 9601200 w 9601200"/>
              <a:gd name="connsiteY421" fmla="*/ 2264599 h 4194894"/>
              <a:gd name="connsiteX422" fmla="*/ 9355781 w 9601200"/>
              <a:gd name="connsiteY422" fmla="*/ 2510018 h 4194894"/>
              <a:gd name="connsiteX423" fmla="*/ 9355781 w 9601200"/>
              <a:gd name="connsiteY423" fmla="*/ 2517637 h 4194894"/>
              <a:gd name="connsiteX424" fmla="*/ 9601200 w 9601200"/>
              <a:gd name="connsiteY424" fmla="*/ 2272218 h 4194894"/>
              <a:gd name="connsiteX425" fmla="*/ 9601200 w 9601200"/>
              <a:gd name="connsiteY425" fmla="*/ 2302699 h 4194894"/>
              <a:gd name="connsiteX426" fmla="*/ 9355781 w 9601200"/>
              <a:gd name="connsiteY426" fmla="*/ 2548118 h 4194894"/>
              <a:gd name="connsiteX427" fmla="*/ 9355781 w 9601200"/>
              <a:gd name="connsiteY427" fmla="*/ 2555737 h 4194894"/>
              <a:gd name="connsiteX428" fmla="*/ 9601200 w 9601200"/>
              <a:gd name="connsiteY428" fmla="*/ 2310318 h 4194894"/>
              <a:gd name="connsiteX429" fmla="*/ 9601200 w 9601200"/>
              <a:gd name="connsiteY429" fmla="*/ 2340798 h 4194894"/>
              <a:gd name="connsiteX430" fmla="*/ 9355781 w 9601200"/>
              <a:gd name="connsiteY430" fmla="*/ 2586217 h 4194894"/>
              <a:gd name="connsiteX431" fmla="*/ 9355781 w 9601200"/>
              <a:gd name="connsiteY431" fmla="*/ 2593837 h 4194894"/>
              <a:gd name="connsiteX432" fmla="*/ 9601200 w 9601200"/>
              <a:gd name="connsiteY432" fmla="*/ 2348418 h 4194894"/>
              <a:gd name="connsiteX433" fmla="*/ 9601200 w 9601200"/>
              <a:gd name="connsiteY433" fmla="*/ 2378898 h 4194894"/>
              <a:gd name="connsiteX434" fmla="*/ 9355781 w 9601200"/>
              <a:gd name="connsiteY434" fmla="*/ 2624317 h 4194894"/>
              <a:gd name="connsiteX435" fmla="*/ 9355781 w 9601200"/>
              <a:gd name="connsiteY435" fmla="*/ 2631937 h 4194894"/>
              <a:gd name="connsiteX436" fmla="*/ 9601200 w 9601200"/>
              <a:gd name="connsiteY436" fmla="*/ 2386518 h 4194894"/>
              <a:gd name="connsiteX437" fmla="*/ 9601200 w 9601200"/>
              <a:gd name="connsiteY437" fmla="*/ 2416998 h 4194894"/>
              <a:gd name="connsiteX438" fmla="*/ 9355781 w 9601200"/>
              <a:gd name="connsiteY438" fmla="*/ 2662417 h 4194894"/>
              <a:gd name="connsiteX439" fmla="*/ 9355781 w 9601200"/>
              <a:gd name="connsiteY439" fmla="*/ 2670038 h 4194894"/>
              <a:gd name="connsiteX440" fmla="*/ 9601200 w 9601200"/>
              <a:gd name="connsiteY440" fmla="*/ 2424619 h 4194894"/>
              <a:gd name="connsiteX441" fmla="*/ 9601200 w 9601200"/>
              <a:gd name="connsiteY441" fmla="*/ 2455098 h 4194894"/>
              <a:gd name="connsiteX442" fmla="*/ 9355781 w 9601200"/>
              <a:gd name="connsiteY442" fmla="*/ 2700517 h 4194894"/>
              <a:gd name="connsiteX443" fmla="*/ 9355781 w 9601200"/>
              <a:gd name="connsiteY443" fmla="*/ 2708138 h 4194894"/>
              <a:gd name="connsiteX444" fmla="*/ 9601200 w 9601200"/>
              <a:gd name="connsiteY444" fmla="*/ 2462719 h 4194894"/>
              <a:gd name="connsiteX445" fmla="*/ 9601200 w 9601200"/>
              <a:gd name="connsiteY445" fmla="*/ 2493199 h 4194894"/>
              <a:gd name="connsiteX446" fmla="*/ 9355781 w 9601200"/>
              <a:gd name="connsiteY446" fmla="*/ 2738618 h 4194894"/>
              <a:gd name="connsiteX447" fmla="*/ 9355781 w 9601200"/>
              <a:gd name="connsiteY447" fmla="*/ 2746237 h 4194894"/>
              <a:gd name="connsiteX448" fmla="*/ 9601200 w 9601200"/>
              <a:gd name="connsiteY448" fmla="*/ 2500818 h 4194894"/>
              <a:gd name="connsiteX449" fmla="*/ 9601200 w 9601200"/>
              <a:gd name="connsiteY449" fmla="*/ 2531299 h 4194894"/>
              <a:gd name="connsiteX450" fmla="*/ 9355781 w 9601200"/>
              <a:gd name="connsiteY450" fmla="*/ 2776718 h 4194894"/>
              <a:gd name="connsiteX451" fmla="*/ 9355781 w 9601200"/>
              <a:gd name="connsiteY451" fmla="*/ 2784337 h 4194894"/>
              <a:gd name="connsiteX452" fmla="*/ 9601200 w 9601200"/>
              <a:gd name="connsiteY452" fmla="*/ 2538918 h 4194894"/>
              <a:gd name="connsiteX453" fmla="*/ 9601200 w 9601200"/>
              <a:gd name="connsiteY453" fmla="*/ 2569398 h 4194894"/>
              <a:gd name="connsiteX454" fmla="*/ 9355781 w 9601200"/>
              <a:gd name="connsiteY454" fmla="*/ 2814817 h 4194894"/>
              <a:gd name="connsiteX455" fmla="*/ 9355781 w 9601200"/>
              <a:gd name="connsiteY455" fmla="*/ 2822437 h 4194894"/>
              <a:gd name="connsiteX456" fmla="*/ 9601200 w 9601200"/>
              <a:gd name="connsiteY456" fmla="*/ 2577018 h 4194894"/>
              <a:gd name="connsiteX457" fmla="*/ 9601200 w 9601200"/>
              <a:gd name="connsiteY457" fmla="*/ 2607498 h 4194894"/>
              <a:gd name="connsiteX458" fmla="*/ 9355781 w 9601200"/>
              <a:gd name="connsiteY458" fmla="*/ 2852917 h 4194894"/>
              <a:gd name="connsiteX459" fmla="*/ 9355781 w 9601200"/>
              <a:gd name="connsiteY459" fmla="*/ 2860537 h 4194894"/>
              <a:gd name="connsiteX460" fmla="*/ 9601200 w 9601200"/>
              <a:gd name="connsiteY460" fmla="*/ 2615118 h 4194894"/>
              <a:gd name="connsiteX461" fmla="*/ 9601200 w 9601200"/>
              <a:gd name="connsiteY461" fmla="*/ 2645598 h 4194894"/>
              <a:gd name="connsiteX462" fmla="*/ 9355781 w 9601200"/>
              <a:gd name="connsiteY462" fmla="*/ 2891017 h 4194894"/>
              <a:gd name="connsiteX463" fmla="*/ 9355781 w 9601200"/>
              <a:gd name="connsiteY463" fmla="*/ 2898637 h 4194894"/>
              <a:gd name="connsiteX464" fmla="*/ 9601200 w 9601200"/>
              <a:gd name="connsiteY464" fmla="*/ 2653218 h 4194894"/>
              <a:gd name="connsiteX465" fmla="*/ 9601200 w 9601200"/>
              <a:gd name="connsiteY465" fmla="*/ 2683698 h 4194894"/>
              <a:gd name="connsiteX466" fmla="*/ 9355781 w 9601200"/>
              <a:gd name="connsiteY466" fmla="*/ 2929117 h 4194894"/>
              <a:gd name="connsiteX467" fmla="*/ 9355781 w 9601200"/>
              <a:gd name="connsiteY467" fmla="*/ 2936738 h 4194894"/>
              <a:gd name="connsiteX468" fmla="*/ 9601200 w 9601200"/>
              <a:gd name="connsiteY468" fmla="*/ 2691319 h 4194894"/>
              <a:gd name="connsiteX469" fmla="*/ 9601200 w 9601200"/>
              <a:gd name="connsiteY469" fmla="*/ 2721798 h 4194894"/>
              <a:gd name="connsiteX470" fmla="*/ 9355781 w 9601200"/>
              <a:gd name="connsiteY470" fmla="*/ 2967217 h 4194894"/>
              <a:gd name="connsiteX471" fmla="*/ 9355781 w 9601200"/>
              <a:gd name="connsiteY471" fmla="*/ 2974837 h 4194894"/>
              <a:gd name="connsiteX472" fmla="*/ 9601200 w 9601200"/>
              <a:gd name="connsiteY472" fmla="*/ 2729418 h 4194894"/>
              <a:gd name="connsiteX473" fmla="*/ 9601200 w 9601200"/>
              <a:gd name="connsiteY473" fmla="*/ 2759899 h 4194894"/>
              <a:gd name="connsiteX474" fmla="*/ 9355781 w 9601200"/>
              <a:gd name="connsiteY474" fmla="*/ 3005318 h 4194894"/>
              <a:gd name="connsiteX475" fmla="*/ 9355781 w 9601200"/>
              <a:gd name="connsiteY475" fmla="*/ 3012937 h 4194894"/>
              <a:gd name="connsiteX476" fmla="*/ 9601200 w 9601200"/>
              <a:gd name="connsiteY476" fmla="*/ 2767518 h 4194894"/>
              <a:gd name="connsiteX477" fmla="*/ 9601200 w 9601200"/>
              <a:gd name="connsiteY477" fmla="*/ 2797998 h 4194894"/>
              <a:gd name="connsiteX478" fmla="*/ 9355781 w 9601200"/>
              <a:gd name="connsiteY478" fmla="*/ 3043417 h 4194894"/>
              <a:gd name="connsiteX479" fmla="*/ 9355781 w 9601200"/>
              <a:gd name="connsiteY479" fmla="*/ 3051037 h 4194894"/>
              <a:gd name="connsiteX480" fmla="*/ 9601200 w 9601200"/>
              <a:gd name="connsiteY480" fmla="*/ 2805618 h 4194894"/>
              <a:gd name="connsiteX481" fmla="*/ 9601200 w 9601200"/>
              <a:gd name="connsiteY481" fmla="*/ 2836098 h 4194894"/>
              <a:gd name="connsiteX482" fmla="*/ 9355781 w 9601200"/>
              <a:gd name="connsiteY482" fmla="*/ 3081517 h 4194894"/>
              <a:gd name="connsiteX483" fmla="*/ 9355781 w 9601200"/>
              <a:gd name="connsiteY483" fmla="*/ 3089137 h 4194894"/>
              <a:gd name="connsiteX484" fmla="*/ 9601200 w 9601200"/>
              <a:gd name="connsiteY484" fmla="*/ 2843718 h 4194894"/>
              <a:gd name="connsiteX485" fmla="*/ 9601200 w 9601200"/>
              <a:gd name="connsiteY485" fmla="*/ 2875151 h 4194894"/>
              <a:gd name="connsiteX486" fmla="*/ 9355781 w 9601200"/>
              <a:gd name="connsiteY486" fmla="*/ 3120570 h 4194894"/>
              <a:gd name="connsiteX487" fmla="*/ 9355781 w 9601200"/>
              <a:gd name="connsiteY487" fmla="*/ 3128190 h 4194894"/>
              <a:gd name="connsiteX488" fmla="*/ 9601200 w 9601200"/>
              <a:gd name="connsiteY488" fmla="*/ 2882771 h 4194894"/>
              <a:gd name="connsiteX489" fmla="*/ 9601200 w 9601200"/>
              <a:gd name="connsiteY489" fmla="*/ 2913250 h 4194894"/>
              <a:gd name="connsiteX490" fmla="*/ 9355781 w 9601200"/>
              <a:gd name="connsiteY490" fmla="*/ 3158669 h 4194894"/>
              <a:gd name="connsiteX491" fmla="*/ 9355781 w 9601200"/>
              <a:gd name="connsiteY491" fmla="*/ 3166289 h 4194894"/>
              <a:gd name="connsiteX492" fmla="*/ 9601200 w 9601200"/>
              <a:gd name="connsiteY492" fmla="*/ 2920870 h 4194894"/>
              <a:gd name="connsiteX493" fmla="*/ 9601200 w 9601200"/>
              <a:gd name="connsiteY493" fmla="*/ 2951351 h 4194894"/>
              <a:gd name="connsiteX494" fmla="*/ 9355781 w 9601200"/>
              <a:gd name="connsiteY494" fmla="*/ 3196770 h 4194894"/>
              <a:gd name="connsiteX495" fmla="*/ 9355781 w 9601200"/>
              <a:gd name="connsiteY495" fmla="*/ 3204389 h 4194894"/>
              <a:gd name="connsiteX496" fmla="*/ 9601200 w 9601200"/>
              <a:gd name="connsiteY496" fmla="*/ 2958970 h 4194894"/>
              <a:gd name="connsiteX497" fmla="*/ 9601200 w 9601200"/>
              <a:gd name="connsiteY497" fmla="*/ 2989450 h 4194894"/>
              <a:gd name="connsiteX498" fmla="*/ 9355781 w 9601200"/>
              <a:gd name="connsiteY498" fmla="*/ 3234869 h 4194894"/>
              <a:gd name="connsiteX499" fmla="*/ 9355781 w 9601200"/>
              <a:gd name="connsiteY499" fmla="*/ 3242489 h 4194894"/>
              <a:gd name="connsiteX500" fmla="*/ 9601200 w 9601200"/>
              <a:gd name="connsiteY500" fmla="*/ 2997070 h 4194894"/>
              <a:gd name="connsiteX501" fmla="*/ 9601200 w 9601200"/>
              <a:gd name="connsiteY501" fmla="*/ 3027550 h 4194894"/>
              <a:gd name="connsiteX502" fmla="*/ 9355781 w 9601200"/>
              <a:gd name="connsiteY502" fmla="*/ 3272969 h 4194894"/>
              <a:gd name="connsiteX503" fmla="*/ 9355781 w 9601200"/>
              <a:gd name="connsiteY503" fmla="*/ 3280589 h 4194894"/>
              <a:gd name="connsiteX504" fmla="*/ 9601200 w 9601200"/>
              <a:gd name="connsiteY504" fmla="*/ 3035170 h 4194894"/>
              <a:gd name="connsiteX505" fmla="*/ 9601200 w 9601200"/>
              <a:gd name="connsiteY505" fmla="*/ 3065650 h 4194894"/>
              <a:gd name="connsiteX506" fmla="*/ 9355781 w 9601200"/>
              <a:gd name="connsiteY506" fmla="*/ 3311069 h 4194894"/>
              <a:gd name="connsiteX507" fmla="*/ 9355781 w 9601200"/>
              <a:gd name="connsiteY507" fmla="*/ 3318689 h 4194894"/>
              <a:gd name="connsiteX508" fmla="*/ 9601200 w 9601200"/>
              <a:gd name="connsiteY508" fmla="*/ 3073270 h 4194894"/>
              <a:gd name="connsiteX509" fmla="*/ 9601200 w 9601200"/>
              <a:gd name="connsiteY509" fmla="*/ 3103750 h 4194894"/>
              <a:gd name="connsiteX510" fmla="*/ 9355781 w 9601200"/>
              <a:gd name="connsiteY510" fmla="*/ 3349169 h 4194894"/>
              <a:gd name="connsiteX511" fmla="*/ 9355781 w 9601200"/>
              <a:gd name="connsiteY511" fmla="*/ 3356790 h 4194894"/>
              <a:gd name="connsiteX512" fmla="*/ 9601200 w 9601200"/>
              <a:gd name="connsiteY512" fmla="*/ 3111371 h 4194894"/>
              <a:gd name="connsiteX513" fmla="*/ 9601200 w 9601200"/>
              <a:gd name="connsiteY513" fmla="*/ 3141850 h 4194894"/>
              <a:gd name="connsiteX514" fmla="*/ 9355781 w 9601200"/>
              <a:gd name="connsiteY514" fmla="*/ 3387269 h 4194894"/>
              <a:gd name="connsiteX515" fmla="*/ 9355781 w 9601200"/>
              <a:gd name="connsiteY515" fmla="*/ 3394890 h 4194894"/>
              <a:gd name="connsiteX516" fmla="*/ 9601200 w 9601200"/>
              <a:gd name="connsiteY516" fmla="*/ 3149471 h 4194894"/>
              <a:gd name="connsiteX517" fmla="*/ 9601200 w 9601200"/>
              <a:gd name="connsiteY517" fmla="*/ 3179951 h 4194894"/>
              <a:gd name="connsiteX518" fmla="*/ 9379518 w 9601200"/>
              <a:gd name="connsiteY518" fmla="*/ 3401633 h 4194894"/>
              <a:gd name="connsiteX519" fmla="*/ 9387137 w 9601200"/>
              <a:gd name="connsiteY519" fmla="*/ 3401633 h 4194894"/>
              <a:gd name="connsiteX520" fmla="*/ 9601200 w 9601200"/>
              <a:gd name="connsiteY520" fmla="*/ 3187570 h 4194894"/>
              <a:gd name="connsiteX521" fmla="*/ 9601200 w 9601200"/>
              <a:gd name="connsiteY521" fmla="*/ 3218051 h 4194894"/>
              <a:gd name="connsiteX522" fmla="*/ 9417618 w 9601200"/>
              <a:gd name="connsiteY522" fmla="*/ 3401633 h 4194894"/>
              <a:gd name="connsiteX523" fmla="*/ 9425237 w 9601200"/>
              <a:gd name="connsiteY523" fmla="*/ 3401633 h 4194894"/>
              <a:gd name="connsiteX524" fmla="*/ 9601200 w 9601200"/>
              <a:gd name="connsiteY524" fmla="*/ 3225670 h 4194894"/>
              <a:gd name="connsiteX525" fmla="*/ 9601200 w 9601200"/>
              <a:gd name="connsiteY525" fmla="*/ 3256150 h 4194894"/>
              <a:gd name="connsiteX526" fmla="*/ 9455717 w 9601200"/>
              <a:gd name="connsiteY526" fmla="*/ 3401633 h 4194894"/>
              <a:gd name="connsiteX527" fmla="*/ 9463337 w 9601200"/>
              <a:gd name="connsiteY527" fmla="*/ 3401633 h 4194894"/>
              <a:gd name="connsiteX528" fmla="*/ 9601200 w 9601200"/>
              <a:gd name="connsiteY528" fmla="*/ 3263770 h 4194894"/>
              <a:gd name="connsiteX529" fmla="*/ 9601200 w 9601200"/>
              <a:gd name="connsiteY529" fmla="*/ 3294250 h 4194894"/>
              <a:gd name="connsiteX530" fmla="*/ 9493817 w 9601200"/>
              <a:gd name="connsiteY530" fmla="*/ 3401633 h 4194894"/>
              <a:gd name="connsiteX531" fmla="*/ 9501437 w 9601200"/>
              <a:gd name="connsiteY531" fmla="*/ 3401633 h 4194894"/>
              <a:gd name="connsiteX532" fmla="*/ 9601200 w 9601200"/>
              <a:gd name="connsiteY532" fmla="*/ 3301870 h 4194894"/>
              <a:gd name="connsiteX533" fmla="*/ 9601200 w 9601200"/>
              <a:gd name="connsiteY533" fmla="*/ 3332350 h 4194894"/>
              <a:gd name="connsiteX534" fmla="*/ 9531917 w 9601200"/>
              <a:gd name="connsiteY534" fmla="*/ 3401633 h 4194894"/>
              <a:gd name="connsiteX535" fmla="*/ 9539538 w 9601200"/>
              <a:gd name="connsiteY535" fmla="*/ 3401633 h 4194894"/>
              <a:gd name="connsiteX536" fmla="*/ 9601200 w 9601200"/>
              <a:gd name="connsiteY536" fmla="*/ 3339971 h 4194894"/>
              <a:gd name="connsiteX537" fmla="*/ 9601200 w 9601200"/>
              <a:gd name="connsiteY537" fmla="*/ 3370450 h 4194894"/>
              <a:gd name="connsiteX538" fmla="*/ 9570017 w 9601200"/>
              <a:gd name="connsiteY538" fmla="*/ 3401633 h 4194894"/>
              <a:gd name="connsiteX539" fmla="*/ 9577638 w 9601200"/>
              <a:gd name="connsiteY539" fmla="*/ 3401633 h 4194894"/>
              <a:gd name="connsiteX540" fmla="*/ 9601200 w 9601200"/>
              <a:gd name="connsiteY540" fmla="*/ 3378071 h 4194894"/>
              <a:gd name="connsiteX541" fmla="*/ 9601200 w 9601200"/>
              <a:gd name="connsiteY541" fmla="*/ 4194894 h 4194894"/>
              <a:gd name="connsiteX542" fmla="*/ 4291693 w 9601200"/>
              <a:gd name="connsiteY542" fmla="*/ 4194894 h 4194894"/>
              <a:gd name="connsiteX543" fmla="*/ 4291693 w 9601200"/>
              <a:gd name="connsiteY543" fmla="*/ 4194893 h 4194894"/>
              <a:gd name="connsiteX544" fmla="*/ 0 w 9601200"/>
              <a:gd name="connsiteY544"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Lst>
            <a:rect l="l" t="t" r="r" b="b"/>
            <a:pathLst>
              <a:path w="9601200"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9570620" y="1418878"/>
                </a:moveTo>
                <a:lnTo>
                  <a:pt x="9355781" y="1633717"/>
                </a:lnTo>
                <a:lnTo>
                  <a:pt x="9355781" y="1641337"/>
                </a:lnTo>
                <a:lnTo>
                  <a:pt x="9574430" y="1422688"/>
                </a:lnTo>
                <a:close/>
                <a:moveTo>
                  <a:pt x="9532520" y="1418878"/>
                </a:moveTo>
                <a:lnTo>
                  <a:pt x="9355781" y="1595617"/>
                </a:lnTo>
                <a:lnTo>
                  <a:pt x="9355781" y="1603237"/>
                </a:lnTo>
                <a:lnTo>
                  <a:pt x="9536330" y="1422688"/>
                </a:lnTo>
                <a:close/>
                <a:moveTo>
                  <a:pt x="9494420" y="1418878"/>
                </a:moveTo>
                <a:lnTo>
                  <a:pt x="9355781" y="1557517"/>
                </a:lnTo>
                <a:lnTo>
                  <a:pt x="9355781" y="1565137"/>
                </a:lnTo>
                <a:lnTo>
                  <a:pt x="9498230" y="1422688"/>
                </a:lnTo>
                <a:close/>
                <a:moveTo>
                  <a:pt x="9456320" y="1418878"/>
                </a:moveTo>
                <a:lnTo>
                  <a:pt x="9355781" y="1519417"/>
                </a:lnTo>
                <a:lnTo>
                  <a:pt x="9355781" y="1527037"/>
                </a:lnTo>
                <a:lnTo>
                  <a:pt x="9460130" y="1422688"/>
                </a:lnTo>
                <a:close/>
                <a:moveTo>
                  <a:pt x="9418220" y="1418878"/>
                </a:moveTo>
                <a:lnTo>
                  <a:pt x="9355781" y="1481317"/>
                </a:lnTo>
                <a:lnTo>
                  <a:pt x="9355781" y="1488937"/>
                </a:lnTo>
                <a:lnTo>
                  <a:pt x="9422030" y="1422688"/>
                </a:lnTo>
                <a:close/>
                <a:moveTo>
                  <a:pt x="9380120" y="1418878"/>
                </a:moveTo>
                <a:lnTo>
                  <a:pt x="9355781" y="1443217"/>
                </a:lnTo>
                <a:lnTo>
                  <a:pt x="9355781" y="1450837"/>
                </a:lnTo>
                <a:lnTo>
                  <a:pt x="9383930" y="1422688"/>
                </a:lnTo>
                <a:close/>
                <a:moveTo>
                  <a:pt x="0" y="0"/>
                </a:moveTo>
                <a:lnTo>
                  <a:pt x="3649813" y="0"/>
                </a:lnTo>
                <a:lnTo>
                  <a:pt x="5398520" y="0"/>
                </a:lnTo>
                <a:lnTo>
                  <a:pt x="5398520" y="1"/>
                </a:lnTo>
                <a:lnTo>
                  <a:pt x="9601199" y="1"/>
                </a:lnTo>
                <a:lnTo>
                  <a:pt x="9601199" y="0"/>
                </a:lnTo>
                <a:lnTo>
                  <a:pt x="9601200" y="0"/>
                </a:lnTo>
                <a:lnTo>
                  <a:pt x="9601200" y="1426398"/>
                </a:lnTo>
                <a:lnTo>
                  <a:pt x="9355781" y="1671817"/>
                </a:lnTo>
                <a:lnTo>
                  <a:pt x="9355781" y="1679437"/>
                </a:lnTo>
                <a:lnTo>
                  <a:pt x="9601200" y="1434018"/>
                </a:lnTo>
                <a:lnTo>
                  <a:pt x="9601200" y="1464498"/>
                </a:lnTo>
                <a:lnTo>
                  <a:pt x="9355781" y="1709917"/>
                </a:lnTo>
                <a:lnTo>
                  <a:pt x="9355781" y="1717537"/>
                </a:lnTo>
                <a:lnTo>
                  <a:pt x="9601200" y="1472118"/>
                </a:lnTo>
                <a:lnTo>
                  <a:pt x="9601200" y="1502598"/>
                </a:lnTo>
                <a:lnTo>
                  <a:pt x="9355781" y="1748017"/>
                </a:lnTo>
                <a:lnTo>
                  <a:pt x="9355781" y="1755638"/>
                </a:lnTo>
                <a:lnTo>
                  <a:pt x="9601200" y="1510219"/>
                </a:lnTo>
                <a:lnTo>
                  <a:pt x="9601200" y="1540699"/>
                </a:lnTo>
                <a:lnTo>
                  <a:pt x="9355781" y="1786118"/>
                </a:lnTo>
                <a:lnTo>
                  <a:pt x="9355781" y="1793737"/>
                </a:lnTo>
                <a:lnTo>
                  <a:pt x="9601200" y="1548318"/>
                </a:lnTo>
                <a:lnTo>
                  <a:pt x="9601200" y="1578799"/>
                </a:lnTo>
                <a:lnTo>
                  <a:pt x="9355781" y="1824218"/>
                </a:lnTo>
                <a:lnTo>
                  <a:pt x="9355781" y="1831837"/>
                </a:lnTo>
                <a:lnTo>
                  <a:pt x="9601200" y="1586418"/>
                </a:lnTo>
                <a:lnTo>
                  <a:pt x="9601200" y="1616898"/>
                </a:lnTo>
                <a:lnTo>
                  <a:pt x="9355781" y="1862317"/>
                </a:lnTo>
                <a:lnTo>
                  <a:pt x="9355781" y="1869937"/>
                </a:lnTo>
                <a:lnTo>
                  <a:pt x="9601200" y="1624518"/>
                </a:lnTo>
                <a:lnTo>
                  <a:pt x="9601200" y="1654998"/>
                </a:lnTo>
                <a:lnTo>
                  <a:pt x="9355781" y="1900417"/>
                </a:lnTo>
                <a:lnTo>
                  <a:pt x="9355781" y="1908037"/>
                </a:lnTo>
                <a:lnTo>
                  <a:pt x="9601200" y="1662618"/>
                </a:lnTo>
                <a:lnTo>
                  <a:pt x="9601200" y="1693098"/>
                </a:lnTo>
                <a:lnTo>
                  <a:pt x="9355781" y="1938517"/>
                </a:lnTo>
                <a:lnTo>
                  <a:pt x="9355781" y="1946138"/>
                </a:lnTo>
                <a:lnTo>
                  <a:pt x="9601200" y="1700719"/>
                </a:lnTo>
                <a:lnTo>
                  <a:pt x="9601200" y="1731198"/>
                </a:lnTo>
                <a:lnTo>
                  <a:pt x="9355781" y="1976617"/>
                </a:lnTo>
                <a:lnTo>
                  <a:pt x="9355781" y="1984238"/>
                </a:lnTo>
                <a:lnTo>
                  <a:pt x="9601200" y="1738819"/>
                </a:lnTo>
                <a:lnTo>
                  <a:pt x="9601200" y="1769299"/>
                </a:lnTo>
                <a:lnTo>
                  <a:pt x="9355781" y="2014718"/>
                </a:lnTo>
                <a:lnTo>
                  <a:pt x="9355781" y="2022337"/>
                </a:lnTo>
                <a:lnTo>
                  <a:pt x="9601200" y="1776918"/>
                </a:lnTo>
                <a:lnTo>
                  <a:pt x="9601200" y="1807399"/>
                </a:lnTo>
                <a:lnTo>
                  <a:pt x="9355781" y="2052818"/>
                </a:lnTo>
                <a:lnTo>
                  <a:pt x="9355781" y="2060437"/>
                </a:lnTo>
                <a:lnTo>
                  <a:pt x="9601200" y="1815018"/>
                </a:lnTo>
                <a:lnTo>
                  <a:pt x="9601200" y="1845498"/>
                </a:lnTo>
                <a:lnTo>
                  <a:pt x="9355781" y="2090917"/>
                </a:lnTo>
                <a:lnTo>
                  <a:pt x="9355781" y="2098537"/>
                </a:lnTo>
                <a:lnTo>
                  <a:pt x="9601200" y="1853118"/>
                </a:lnTo>
                <a:lnTo>
                  <a:pt x="9601200" y="1883598"/>
                </a:lnTo>
                <a:lnTo>
                  <a:pt x="9355781" y="2129017"/>
                </a:lnTo>
                <a:lnTo>
                  <a:pt x="9355781" y="2136637"/>
                </a:lnTo>
                <a:lnTo>
                  <a:pt x="9601200" y="1891218"/>
                </a:lnTo>
                <a:lnTo>
                  <a:pt x="9601200" y="1921698"/>
                </a:lnTo>
                <a:lnTo>
                  <a:pt x="9355781" y="2167117"/>
                </a:lnTo>
                <a:lnTo>
                  <a:pt x="9355781" y="2174737"/>
                </a:lnTo>
                <a:lnTo>
                  <a:pt x="9601200" y="1929318"/>
                </a:lnTo>
                <a:lnTo>
                  <a:pt x="9601200" y="1959798"/>
                </a:lnTo>
                <a:lnTo>
                  <a:pt x="9355781" y="2205217"/>
                </a:lnTo>
                <a:lnTo>
                  <a:pt x="9355781" y="2212838"/>
                </a:lnTo>
                <a:lnTo>
                  <a:pt x="9601200" y="1967419"/>
                </a:lnTo>
                <a:lnTo>
                  <a:pt x="9601200" y="1997898"/>
                </a:lnTo>
                <a:lnTo>
                  <a:pt x="9355781" y="2243317"/>
                </a:lnTo>
                <a:lnTo>
                  <a:pt x="9355781" y="2250937"/>
                </a:lnTo>
                <a:lnTo>
                  <a:pt x="9601200" y="2005518"/>
                </a:lnTo>
                <a:lnTo>
                  <a:pt x="9601200" y="2035999"/>
                </a:lnTo>
                <a:lnTo>
                  <a:pt x="9355781" y="2281418"/>
                </a:lnTo>
                <a:lnTo>
                  <a:pt x="9355781" y="2289037"/>
                </a:lnTo>
                <a:lnTo>
                  <a:pt x="9601200" y="2043618"/>
                </a:lnTo>
                <a:lnTo>
                  <a:pt x="9601200" y="2074098"/>
                </a:lnTo>
                <a:lnTo>
                  <a:pt x="9355781" y="2319517"/>
                </a:lnTo>
                <a:lnTo>
                  <a:pt x="9355781" y="2327137"/>
                </a:lnTo>
                <a:lnTo>
                  <a:pt x="9601200" y="2081718"/>
                </a:lnTo>
                <a:lnTo>
                  <a:pt x="9601200" y="2112198"/>
                </a:lnTo>
                <a:lnTo>
                  <a:pt x="9355781" y="2357617"/>
                </a:lnTo>
                <a:lnTo>
                  <a:pt x="9355781" y="2365237"/>
                </a:lnTo>
                <a:lnTo>
                  <a:pt x="9601200" y="2119818"/>
                </a:lnTo>
                <a:lnTo>
                  <a:pt x="9601200" y="2150298"/>
                </a:lnTo>
                <a:lnTo>
                  <a:pt x="9355781" y="2395717"/>
                </a:lnTo>
                <a:lnTo>
                  <a:pt x="9355781" y="2403337"/>
                </a:lnTo>
                <a:lnTo>
                  <a:pt x="9601200" y="2157918"/>
                </a:lnTo>
                <a:lnTo>
                  <a:pt x="9601200" y="2188398"/>
                </a:lnTo>
                <a:lnTo>
                  <a:pt x="9355781" y="2433817"/>
                </a:lnTo>
                <a:lnTo>
                  <a:pt x="9355781" y="2441438"/>
                </a:lnTo>
                <a:lnTo>
                  <a:pt x="9601200" y="2196019"/>
                </a:lnTo>
                <a:lnTo>
                  <a:pt x="9601200" y="2226498"/>
                </a:lnTo>
                <a:lnTo>
                  <a:pt x="9355781" y="2471917"/>
                </a:lnTo>
                <a:lnTo>
                  <a:pt x="9355781" y="2479538"/>
                </a:lnTo>
                <a:lnTo>
                  <a:pt x="9601200" y="2234119"/>
                </a:lnTo>
                <a:lnTo>
                  <a:pt x="9601200" y="2264599"/>
                </a:lnTo>
                <a:lnTo>
                  <a:pt x="9355781" y="2510018"/>
                </a:lnTo>
                <a:lnTo>
                  <a:pt x="9355781" y="2517637"/>
                </a:lnTo>
                <a:lnTo>
                  <a:pt x="9601200" y="2272218"/>
                </a:lnTo>
                <a:lnTo>
                  <a:pt x="9601200" y="2302699"/>
                </a:lnTo>
                <a:lnTo>
                  <a:pt x="9355781" y="2548118"/>
                </a:lnTo>
                <a:lnTo>
                  <a:pt x="9355781" y="2555737"/>
                </a:lnTo>
                <a:lnTo>
                  <a:pt x="9601200" y="2310318"/>
                </a:lnTo>
                <a:lnTo>
                  <a:pt x="9601200" y="2340798"/>
                </a:lnTo>
                <a:lnTo>
                  <a:pt x="9355781" y="2586217"/>
                </a:lnTo>
                <a:lnTo>
                  <a:pt x="9355781" y="2593837"/>
                </a:lnTo>
                <a:lnTo>
                  <a:pt x="9601200" y="2348418"/>
                </a:lnTo>
                <a:lnTo>
                  <a:pt x="9601200" y="2378898"/>
                </a:lnTo>
                <a:lnTo>
                  <a:pt x="9355781" y="2624317"/>
                </a:lnTo>
                <a:lnTo>
                  <a:pt x="9355781" y="2631937"/>
                </a:lnTo>
                <a:lnTo>
                  <a:pt x="9601200" y="2386518"/>
                </a:lnTo>
                <a:lnTo>
                  <a:pt x="9601200" y="2416998"/>
                </a:lnTo>
                <a:lnTo>
                  <a:pt x="9355781" y="2662417"/>
                </a:lnTo>
                <a:lnTo>
                  <a:pt x="9355781" y="2670038"/>
                </a:lnTo>
                <a:lnTo>
                  <a:pt x="9601200" y="2424619"/>
                </a:lnTo>
                <a:lnTo>
                  <a:pt x="9601200" y="2455098"/>
                </a:lnTo>
                <a:lnTo>
                  <a:pt x="9355781" y="2700517"/>
                </a:lnTo>
                <a:lnTo>
                  <a:pt x="9355781" y="2708138"/>
                </a:lnTo>
                <a:lnTo>
                  <a:pt x="9601200" y="2462719"/>
                </a:lnTo>
                <a:lnTo>
                  <a:pt x="9601200" y="2493199"/>
                </a:lnTo>
                <a:lnTo>
                  <a:pt x="9355781" y="2738618"/>
                </a:lnTo>
                <a:lnTo>
                  <a:pt x="9355781" y="2746237"/>
                </a:lnTo>
                <a:lnTo>
                  <a:pt x="9601200" y="2500818"/>
                </a:lnTo>
                <a:lnTo>
                  <a:pt x="9601200" y="2531299"/>
                </a:lnTo>
                <a:lnTo>
                  <a:pt x="9355781" y="2776718"/>
                </a:lnTo>
                <a:lnTo>
                  <a:pt x="9355781" y="2784337"/>
                </a:lnTo>
                <a:lnTo>
                  <a:pt x="9601200" y="2538918"/>
                </a:lnTo>
                <a:lnTo>
                  <a:pt x="9601200" y="2569398"/>
                </a:lnTo>
                <a:lnTo>
                  <a:pt x="9355781" y="2814817"/>
                </a:lnTo>
                <a:lnTo>
                  <a:pt x="9355781" y="2822437"/>
                </a:lnTo>
                <a:lnTo>
                  <a:pt x="9601200" y="2577018"/>
                </a:lnTo>
                <a:lnTo>
                  <a:pt x="9601200" y="2607498"/>
                </a:lnTo>
                <a:lnTo>
                  <a:pt x="9355781" y="2852917"/>
                </a:lnTo>
                <a:lnTo>
                  <a:pt x="9355781" y="2860537"/>
                </a:lnTo>
                <a:lnTo>
                  <a:pt x="9601200" y="2615118"/>
                </a:lnTo>
                <a:lnTo>
                  <a:pt x="9601200" y="2645598"/>
                </a:lnTo>
                <a:lnTo>
                  <a:pt x="9355781" y="2891017"/>
                </a:lnTo>
                <a:lnTo>
                  <a:pt x="9355781" y="2898637"/>
                </a:lnTo>
                <a:lnTo>
                  <a:pt x="9601200" y="2653218"/>
                </a:lnTo>
                <a:lnTo>
                  <a:pt x="9601200" y="2683698"/>
                </a:lnTo>
                <a:lnTo>
                  <a:pt x="9355781" y="2929117"/>
                </a:lnTo>
                <a:lnTo>
                  <a:pt x="9355781" y="2936738"/>
                </a:lnTo>
                <a:lnTo>
                  <a:pt x="9601200" y="2691319"/>
                </a:lnTo>
                <a:lnTo>
                  <a:pt x="9601200" y="2721798"/>
                </a:lnTo>
                <a:lnTo>
                  <a:pt x="9355781" y="2967217"/>
                </a:lnTo>
                <a:lnTo>
                  <a:pt x="9355781" y="2974837"/>
                </a:lnTo>
                <a:lnTo>
                  <a:pt x="9601200" y="2729418"/>
                </a:lnTo>
                <a:lnTo>
                  <a:pt x="9601200" y="2759899"/>
                </a:lnTo>
                <a:lnTo>
                  <a:pt x="9355781" y="3005318"/>
                </a:lnTo>
                <a:lnTo>
                  <a:pt x="9355781" y="3012937"/>
                </a:lnTo>
                <a:lnTo>
                  <a:pt x="9601200" y="2767518"/>
                </a:lnTo>
                <a:lnTo>
                  <a:pt x="9601200" y="2797998"/>
                </a:lnTo>
                <a:lnTo>
                  <a:pt x="9355781" y="3043417"/>
                </a:lnTo>
                <a:lnTo>
                  <a:pt x="9355781" y="3051037"/>
                </a:lnTo>
                <a:lnTo>
                  <a:pt x="9601200" y="2805618"/>
                </a:lnTo>
                <a:lnTo>
                  <a:pt x="9601200" y="2836098"/>
                </a:lnTo>
                <a:lnTo>
                  <a:pt x="9355781" y="3081517"/>
                </a:lnTo>
                <a:lnTo>
                  <a:pt x="9355781" y="3089137"/>
                </a:lnTo>
                <a:lnTo>
                  <a:pt x="9601200" y="2843718"/>
                </a:lnTo>
                <a:lnTo>
                  <a:pt x="9601200" y="2875151"/>
                </a:lnTo>
                <a:lnTo>
                  <a:pt x="9355781" y="3120570"/>
                </a:lnTo>
                <a:lnTo>
                  <a:pt x="9355781" y="3128190"/>
                </a:lnTo>
                <a:lnTo>
                  <a:pt x="9601200" y="2882771"/>
                </a:lnTo>
                <a:lnTo>
                  <a:pt x="9601200" y="2913250"/>
                </a:lnTo>
                <a:lnTo>
                  <a:pt x="9355781" y="3158669"/>
                </a:lnTo>
                <a:lnTo>
                  <a:pt x="9355781" y="3166289"/>
                </a:lnTo>
                <a:lnTo>
                  <a:pt x="9601200" y="2920870"/>
                </a:lnTo>
                <a:lnTo>
                  <a:pt x="9601200" y="2951351"/>
                </a:lnTo>
                <a:lnTo>
                  <a:pt x="9355781" y="3196770"/>
                </a:lnTo>
                <a:lnTo>
                  <a:pt x="9355781" y="3204389"/>
                </a:lnTo>
                <a:lnTo>
                  <a:pt x="9601200" y="2958970"/>
                </a:lnTo>
                <a:lnTo>
                  <a:pt x="9601200" y="2989450"/>
                </a:lnTo>
                <a:lnTo>
                  <a:pt x="9355781" y="3234869"/>
                </a:lnTo>
                <a:lnTo>
                  <a:pt x="9355781" y="3242489"/>
                </a:lnTo>
                <a:lnTo>
                  <a:pt x="9601200" y="2997070"/>
                </a:lnTo>
                <a:lnTo>
                  <a:pt x="9601200" y="3027550"/>
                </a:lnTo>
                <a:lnTo>
                  <a:pt x="9355781" y="3272969"/>
                </a:lnTo>
                <a:lnTo>
                  <a:pt x="9355781" y="3280589"/>
                </a:lnTo>
                <a:lnTo>
                  <a:pt x="9601200" y="3035170"/>
                </a:lnTo>
                <a:lnTo>
                  <a:pt x="9601200" y="3065650"/>
                </a:lnTo>
                <a:lnTo>
                  <a:pt x="9355781" y="3311069"/>
                </a:lnTo>
                <a:lnTo>
                  <a:pt x="9355781" y="3318689"/>
                </a:lnTo>
                <a:lnTo>
                  <a:pt x="9601200" y="3073270"/>
                </a:lnTo>
                <a:lnTo>
                  <a:pt x="9601200" y="3103750"/>
                </a:lnTo>
                <a:lnTo>
                  <a:pt x="9355781" y="3349169"/>
                </a:lnTo>
                <a:lnTo>
                  <a:pt x="9355781" y="3356790"/>
                </a:lnTo>
                <a:lnTo>
                  <a:pt x="9601200" y="3111371"/>
                </a:lnTo>
                <a:lnTo>
                  <a:pt x="9601200" y="3141850"/>
                </a:lnTo>
                <a:lnTo>
                  <a:pt x="9355781" y="3387269"/>
                </a:lnTo>
                <a:lnTo>
                  <a:pt x="9355781" y="3394890"/>
                </a:lnTo>
                <a:lnTo>
                  <a:pt x="9601200" y="3149471"/>
                </a:lnTo>
                <a:lnTo>
                  <a:pt x="9601200" y="3179951"/>
                </a:lnTo>
                <a:lnTo>
                  <a:pt x="9379518" y="3401633"/>
                </a:lnTo>
                <a:lnTo>
                  <a:pt x="9387137" y="3401633"/>
                </a:lnTo>
                <a:lnTo>
                  <a:pt x="9601200" y="3187570"/>
                </a:lnTo>
                <a:lnTo>
                  <a:pt x="9601200" y="3218051"/>
                </a:lnTo>
                <a:lnTo>
                  <a:pt x="9417618" y="3401633"/>
                </a:lnTo>
                <a:lnTo>
                  <a:pt x="9425237" y="3401633"/>
                </a:lnTo>
                <a:lnTo>
                  <a:pt x="9601200" y="3225670"/>
                </a:lnTo>
                <a:lnTo>
                  <a:pt x="9601200" y="3256150"/>
                </a:lnTo>
                <a:lnTo>
                  <a:pt x="9455717" y="3401633"/>
                </a:lnTo>
                <a:lnTo>
                  <a:pt x="9463337" y="3401633"/>
                </a:lnTo>
                <a:lnTo>
                  <a:pt x="9601200" y="3263770"/>
                </a:lnTo>
                <a:lnTo>
                  <a:pt x="9601200" y="3294250"/>
                </a:lnTo>
                <a:lnTo>
                  <a:pt x="9493817" y="3401633"/>
                </a:lnTo>
                <a:lnTo>
                  <a:pt x="9501437" y="3401633"/>
                </a:lnTo>
                <a:lnTo>
                  <a:pt x="9601200" y="3301870"/>
                </a:lnTo>
                <a:lnTo>
                  <a:pt x="9601200" y="3332350"/>
                </a:lnTo>
                <a:lnTo>
                  <a:pt x="9531917" y="3401633"/>
                </a:lnTo>
                <a:lnTo>
                  <a:pt x="9539538" y="3401633"/>
                </a:lnTo>
                <a:lnTo>
                  <a:pt x="9601200" y="3339971"/>
                </a:lnTo>
                <a:lnTo>
                  <a:pt x="9601200" y="3370450"/>
                </a:lnTo>
                <a:lnTo>
                  <a:pt x="9570017" y="3401633"/>
                </a:lnTo>
                <a:lnTo>
                  <a:pt x="9577638" y="3401633"/>
                </a:lnTo>
                <a:lnTo>
                  <a:pt x="9601200" y="3378071"/>
                </a:lnTo>
                <a:lnTo>
                  <a:pt x="9601200" y="4194894"/>
                </a:lnTo>
                <a:lnTo>
                  <a:pt x="4291693" y="4194894"/>
                </a:lnTo>
                <a:lnTo>
                  <a:pt x="4291693" y="4194893"/>
                </a:lnTo>
                <a:lnTo>
                  <a:pt x="0" y="4194893"/>
                </a:lnTo>
                <a:close/>
              </a:path>
            </a:pathLst>
          </a:custGeom>
          <a:solidFill>
            <a:schemeClr val="bg2"/>
          </a:solidFill>
        </p:spPr>
        <p:txBody>
          <a:bodyPr wrap="square">
            <a:noAutofit/>
          </a:bodyPr>
          <a:lstStyle/>
          <a:p>
            <a:endParaRPr lang="nl-NL"/>
          </a:p>
        </p:txBody>
      </p:sp>
      <p:grpSp>
        <p:nvGrpSpPr>
          <p:cNvPr id="99" name="Graphic 2">
            <a:extLst>
              <a:ext uri="{FF2B5EF4-FFF2-40B4-BE49-F238E27FC236}">
                <a16:creationId xmlns:a16="http://schemas.microsoft.com/office/drawing/2014/main" id="{19FC9E6C-2D78-CC4B-BB8A-72ADF6E2ED7D}"/>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100" name="Vrije vorm 99">
              <a:extLst>
                <a:ext uri="{FF2B5EF4-FFF2-40B4-BE49-F238E27FC236}">
                  <a16:creationId xmlns:a16="http://schemas.microsoft.com/office/drawing/2014/main" id="{55EF93CA-C792-7D49-AA85-8073AE450CA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B6F5E69A-6D8D-A147-807C-7D1472F328E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3EEBB2C6-1E1B-F047-ACF6-227960034F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103" name="Graphic 2">
              <a:extLst>
                <a:ext uri="{FF2B5EF4-FFF2-40B4-BE49-F238E27FC236}">
                  <a16:creationId xmlns:a16="http://schemas.microsoft.com/office/drawing/2014/main" id="{714DED12-47DC-A64F-B77A-BC0B77827697}"/>
                </a:ext>
              </a:extLst>
            </p:cNvPr>
            <p:cNvGrpSpPr/>
            <p:nvPr/>
          </p:nvGrpSpPr>
          <p:grpSpPr>
            <a:xfrm>
              <a:off x="184698" y="233060"/>
              <a:ext cx="8198320" cy="3571175"/>
              <a:chOff x="184698" y="233060"/>
              <a:chExt cx="8198320" cy="3571175"/>
            </a:xfrm>
            <a:grpFill/>
          </p:grpSpPr>
          <p:sp>
            <p:nvSpPr>
              <p:cNvPr id="104" name="Vrije vorm 103">
                <a:extLst>
                  <a:ext uri="{FF2B5EF4-FFF2-40B4-BE49-F238E27FC236}">
                    <a16:creationId xmlns:a16="http://schemas.microsoft.com/office/drawing/2014/main" id="{A2D93176-A92F-614F-9287-A1377FB31F6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BF6F6A12-91BA-5E4A-833E-BD30A8448F3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94B9E9FF-D31B-C545-B99A-10D0E3404371}"/>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5AFA88EB-F92C-8746-85B8-824A396A891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7039FE53-29C9-324A-8812-A55656AB9EB1}"/>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A17E839F-5E1C-5740-B154-4F9DD1B08235}"/>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04AABABF-49C8-1A4C-8612-5C628B8F1ED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111" name="Vrije vorm 110">
                <a:extLst>
                  <a:ext uri="{FF2B5EF4-FFF2-40B4-BE49-F238E27FC236}">
                    <a16:creationId xmlns:a16="http://schemas.microsoft.com/office/drawing/2014/main" id="{4357DFCE-2934-1145-8932-B1DA10F6333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112" name="Vrije vorm 111">
                <a:extLst>
                  <a:ext uri="{FF2B5EF4-FFF2-40B4-BE49-F238E27FC236}">
                    <a16:creationId xmlns:a16="http://schemas.microsoft.com/office/drawing/2014/main" id="{48C7B988-2ADA-7E4A-9AF2-2CFEFB3CD1FD}"/>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113" name="Vrije vorm 112">
                <a:extLst>
                  <a:ext uri="{FF2B5EF4-FFF2-40B4-BE49-F238E27FC236}">
                    <a16:creationId xmlns:a16="http://schemas.microsoft.com/office/drawing/2014/main" id="{5E99A6C1-8317-3748-B1C3-58F2932F681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EC73DD52-F70E-1E42-9A78-3E3633CF15E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4ACF896A-193E-2042-9205-24965435E94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0DBA2D03-23BC-514E-AAF3-A2D8987D483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3715901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co Titel">
    <p:bg>
      <p:bgPr>
        <a:solidFill>
          <a:schemeClr val="bg2">
            <a:lumMod val="40000"/>
            <a:lumOff val="60000"/>
          </a:schemeClr>
        </a:solidFill>
        <a:effectLst/>
      </p:bgPr>
    </p:bg>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56" name="Graphic 2">
            <a:extLst>
              <a:ext uri="{FF2B5EF4-FFF2-40B4-BE49-F238E27FC236}">
                <a16:creationId xmlns:a16="http://schemas.microsoft.com/office/drawing/2014/main" id="{72010582-4E5A-304E-B5B2-FBB7896FF136}"/>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0590DF80-9DB5-644F-8CEA-F08E70A9507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00EBF076-72A9-384C-84D7-965C294F672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1EA97139-CF8B-8A47-A36F-47754D9FBA99}"/>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3BB122A1-02ED-4946-9FFB-D3FBF757F9A0}"/>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F7F9A518-3431-AE4E-8CD4-187B326A200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CC121876-3EED-B640-A8CD-D75FA60C4B1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5170F5F-EE1B-004A-AE2D-B292B97B242C}"/>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6B47014E-9389-D043-896C-3160C8584FF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1D867E47-CFBF-3044-9149-5473EFD9BEE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1D6CE5B5-8877-924E-B3C9-9BB2A31F4F3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D2096AD7-CD8E-E944-8BCA-F75264A8DD5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5FA87AFF-FC92-F041-B8DD-26A7C169E1C5}"/>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D1C5829E-F031-674F-BE36-F18FD932DA93}"/>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73DF74DE-7EAB-C647-B185-81DF34B0CE9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2D00764D-449D-D144-8A19-118DB05DB74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9927850F-B23F-3F46-ADAD-5DE8496D04E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0C13CA47-12A2-F54F-9707-02846797C06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0793261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co">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56" name="Graphic 2">
            <a:extLst>
              <a:ext uri="{FF2B5EF4-FFF2-40B4-BE49-F238E27FC236}">
                <a16:creationId xmlns:a16="http://schemas.microsoft.com/office/drawing/2014/main" id="{D13058D9-D587-D143-8D67-47A02320D571}"/>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69711F04-37F4-A84D-97C8-AF57CD9AAB71}"/>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A52E96B0-DCAB-7245-A9B7-137CEED9D93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47E28F58-905D-1240-96CA-3EF6E7FD182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8E8CD603-64A5-A248-AA74-B7DB2B1D8C7A}"/>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0E091AF6-4995-A54C-9834-33CDFE6A146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0A333191-2316-4D45-A5AA-A662D26BCF0D}"/>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916D560-0FC0-6245-847D-EA352B46B67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5DA3C10F-134D-984A-AD80-130A334C60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31CA3B72-1C8E-F84F-A19E-8D164197F76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7F7EDB36-1FC0-304B-8369-90E13678E60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B55AD95F-36A5-914C-995A-ADDCADE4752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77CEFF50-09F8-4446-AAF6-148394802AFB}"/>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B3EA3FD1-6E13-6D4E-8536-E9F87DD68DF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ED605AEC-043C-FC4A-95F2-05108B2398B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2EC855A8-4765-FB41-8A99-6A18C5FDF66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E4FF9ED9-E327-7E45-B08B-2DEE1F977C9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48633090-BC54-344A-836D-9DB322C02FE7}"/>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31419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image" Target="../media/image1.png"/><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C2B16A97-696B-4550-8F26-C5EFF1660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016826BB-C820-46D2-9255-9252FCC68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Eerste niveau</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3544954959"/>
      </p:ext>
    </p:extLst>
  </p:cSld>
  <p:clrMap bg1="lt1" tx1="dk1" bg2="lt2" tx2="dk2" accent1="accent1" accent2="accent2" accent3="accent3" accent4="accent4" accent5="accent5" accent6="accent6" hlink="hlink" folHlink="folHlink"/>
  <p:sldLayoutIdLst>
    <p:sldLayoutId id="2147483697" r:id="rId1"/>
    <p:sldLayoutId id="2147483696" r:id="rId2"/>
    <p:sldLayoutId id="2147483701" r:id="rId3"/>
    <p:sldLayoutId id="2147483699" r:id="rId4"/>
    <p:sldLayoutId id="2147483667" r:id="rId5"/>
    <p:sldLayoutId id="2147483668" r:id="rId6"/>
    <p:sldLayoutId id="2147483691" r:id="rId7"/>
    <p:sldLayoutId id="2147483649" r:id="rId8"/>
    <p:sldLayoutId id="2147483650" r:id="rId9"/>
    <p:sldLayoutId id="2147483651" r:id="rId10"/>
    <p:sldLayoutId id="2147483654" r:id="rId11"/>
    <p:sldLayoutId id="2147483655" r:id="rId12"/>
    <p:sldLayoutId id="2147483652" r:id="rId13"/>
    <p:sldLayoutId id="2147483653" r:id="rId14"/>
    <p:sldLayoutId id="2147483656" r:id="rId15"/>
    <p:sldLayoutId id="2147483657" r:id="rId16"/>
    <p:sldLayoutId id="2147483658" r:id="rId17"/>
    <p:sldLayoutId id="2147483659" r:id="rId18"/>
    <p:sldLayoutId id="2147483661" r:id="rId19"/>
    <p:sldLayoutId id="2147483662" r:id="rId20"/>
    <p:sldLayoutId id="2147483660" r:id="rId21"/>
    <p:sldLayoutId id="2147483663" r:id="rId22"/>
    <p:sldLayoutId id="2147483665" r:id="rId23"/>
    <p:sldLayoutId id="2147483692" r:id="rId24"/>
    <p:sldLayoutId id="2147483693" r:id="rId25"/>
    <p:sldLayoutId id="2147483694"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500"/>
        </a:spcBef>
        <a:buFontTx/>
        <a:buNone/>
        <a:defRPr sz="1800" b="1" i="0" kern="1200">
          <a:solidFill>
            <a:schemeClr val="tx1"/>
          </a:solidFill>
          <a:latin typeface="Segoe UI" panose="020B0502040204020203" pitchFamily="34" charset="0"/>
          <a:ea typeface="+mn-ea"/>
          <a:cs typeface="Segoe UI" panose="020B0502040204020203" pitchFamily="34" charset="0"/>
        </a:defRPr>
      </a:lvl2pPr>
      <a:lvl3pPr marL="266700" indent="-257175" algn="l" defTabSz="914400" rtl="0" eaLnBrk="1" latinLnBrk="0" hangingPunct="1">
        <a:lnSpc>
          <a:spcPct val="100000"/>
        </a:lnSpc>
        <a:spcBef>
          <a:spcPts val="500"/>
        </a:spcBef>
        <a:buClr>
          <a:schemeClr val="bg2"/>
        </a:buClr>
        <a:buSzPct val="100000"/>
        <a:buFontTx/>
        <a:buBlip>
          <a:blip r:embed="rId28"/>
        </a:buBlip>
        <a:tabLst/>
        <a:defRPr sz="1800" kern="1200">
          <a:solidFill>
            <a:schemeClr val="tx1"/>
          </a:solidFill>
          <a:latin typeface="+mn-lt"/>
          <a:ea typeface="+mn-ea"/>
          <a:cs typeface="+mn-cs"/>
        </a:defRPr>
      </a:lvl3pPr>
      <a:lvl4pPr marL="801688" indent="-268288" algn="l" defTabSz="914400" rtl="0" eaLnBrk="1" latinLnBrk="0" hangingPunct="1">
        <a:lnSpc>
          <a:spcPct val="100000"/>
        </a:lnSpc>
        <a:spcBef>
          <a:spcPts val="500"/>
        </a:spcBef>
        <a:buClr>
          <a:schemeClr val="bg2"/>
        </a:buClr>
        <a:buFont typeface="Systeemlettertype regulier"/>
        <a:buChar char="－"/>
        <a:tabLst/>
        <a:defRPr sz="1800" kern="1200">
          <a:solidFill>
            <a:schemeClr val="tx1"/>
          </a:solidFill>
          <a:latin typeface="+mn-lt"/>
          <a:ea typeface="+mn-ea"/>
          <a:cs typeface="+mn-cs"/>
        </a:defRPr>
      </a:lvl4pPr>
      <a:lvl5pPr marL="9525" indent="0" algn="l" defTabSz="914400" rtl="0" eaLnBrk="1" latinLnBrk="0" hangingPunct="1">
        <a:lnSpc>
          <a:spcPct val="100000"/>
        </a:lnSpc>
        <a:spcBef>
          <a:spcPts val="500"/>
        </a:spcBef>
        <a:buFontTx/>
        <a:buNone/>
        <a:tabLst/>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C2B16A97-696B-4550-8F26-C5EFF1660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016826BB-C820-46D2-9255-9252FCC68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Tree>
    <p:extLst>
      <p:ext uri="{BB962C8B-B14F-4D97-AF65-F5344CB8AC3E}">
        <p14:creationId xmlns:p14="http://schemas.microsoft.com/office/powerpoint/2010/main" val="2034305298"/>
      </p:ext>
    </p:extLst>
  </p:cSld>
  <p:clrMap bg1="lt1" tx1="dk1" bg2="lt2" tx2="dk2" accent1="accent1" accent2="accent2" accent3="accent3" accent4="accent4" accent5="accent5" accent6="accent6" hlink="hlink" folHlink="folHlink"/>
  <p:sldLayoutIdLst>
    <p:sldLayoutId id="2147483713" r:id="rId1"/>
    <p:sldLayoutId id="2147483717" r:id="rId2"/>
    <p:sldLayoutId id="2147483714" r:id="rId3"/>
    <p:sldLayoutId id="2147483719" r:id="rId4"/>
    <p:sldLayoutId id="2147483715" r:id="rId5"/>
    <p:sldLayoutId id="2147483734" r:id="rId6"/>
    <p:sldLayoutId id="2147483735" r:id="rId7"/>
    <p:sldLayoutId id="2147483736" r:id="rId8"/>
    <p:sldLayoutId id="2147483672" r:id="rId9"/>
    <p:sldLayoutId id="2147483673" r:id="rId10"/>
    <p:sldLayoutId id="2147483674"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9" r:id="rId23"/>
    <p:sldLayoutId id="2147483690" r:id="rId24"/>
    <p:sldLayoutId id="2147483732" r:id="rId25"/>
    <p:sldLayoutId id="2147483733"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9525" indent="0" algn="l" defTabSz="914400" rtl="0" eaLnBrk="1" latinLnBrk="0" hangingPunct="1">
        <a:lnSpc>
          <a:spcPct val="100000"/>
        </a:lnSpc>
        <a:spcBef>
          <a:spcPts val="500"/>
        </a:spcBef>
        <a:buFontTx/>
        <a:buNone/>
        <a:tabLst/>
        <a:defRPr sz="1800" b="1" i="0" kern="1200">
          <a:solidFill>
            <a:schemeClr val="tx1"/>
          </a:solidFill>
          <a:latin typeface="Segoe UI" panose="020B0502040204020203" pitchFamily="34" charset="0"/>
          <a:ea typeface="+mn-ea"/>
          <a:cs typeface="Segoe UI" panose="020B0502040204020203" pitchFamily="34" charset="0"/>
        </a:defRPr>
      </a:lvl2pPr>
      <a:lvl3pPr marL="266700" indent="-257175" algn="l" defTabSz="914400" rtl="0" eaLnBrk="1" latinLnBrk="0" hangingPunct="1">
        <a:lnSpc>
          <a:spcPct val="100000"/>
        </a:lnSpc>
        <a:spcBef>
          <a:spcPts val="500"/>
        </a:spcBef>
        <a:buFontTx/>
        <a:buBlip>
          <a:blip r:embed="rId28"/>
        </a:buBlip>
        <a:tabLst/>
        <a:defRPr sz="1800" kern="1200">
          <a:solidFill>
            <a:schemeClr val="tx1"/>
          </a:solidFill>
          <a:latin typeface="+mn-lt"/>
          <a:ea typeface="+mn-ea"/>
          <a:cs typeface="+mn-cs"/>
        </a:defRPr>
      </a:lvl3pPr>
      <a:lvl4pPr marL="801688" indent="-268288" algn="l" defTabSz="914400" rtl="0" eaLnBrk="1" latinLnBrk="0" hangingPunct="1">
        <a:lnSpc>
          <a:spcPct val="100000"/>
        </a:lnSpc>
        <a:spcBef>
          <a:spcPts val="500"/>
        </a:spcBef>
        <a:buClr>
          <a:schemeClr val="bg1"/>
        </a:buClr>
        <a:buFont typeface="Systeemlettertype regulier"/>
        <a:buChar char="－"/>
        <a:tabLst/>
        <a:defRPr sz="1800" kern="1200">
          <a:solidFill>
            <a:schemeClr val="tx1"/>
          </a:solidFill>
          <a:latin typeface="+mn-lt"/>
          <a:ea typeface="+mn-ea"/>
          <a:cs typeface="+mn-cs"/>
        </a:defRPr>
      </a:lvl4pPr>
      <a:lvl5pPr marL="9525" indent="0" algn="l" defTabSz="914400" rtl="0" eaLnBrk="1" latinLnBrk="0" hangingPunct="1">
        <a:lnSpc>
          <a:spcPct val="100000"/>
        </a:lnSpc>
        <a:spcBef>
          <a:spcPts val="500"/>
        </a:spcBef>
        <a:buFontTx/>
        <a:buNone/>
        <a:tabLst/>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en.wikipedia.org/wiki/List_of_Linux_distributions" TargetMode="Externa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www.debian.org/distrib/" TargetMode="Externa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hyperlink" Target="https://www.virtualbox.org/wiki/Downloads" TargetMode="Externa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www.reddit.com/r/linux/comments/8kt99k/the_file_system_hierarchy_standard_visualized_or/" TargetMode="Externa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D5DD6E-B8D7-CA40-882E-E56A5F61A8D5}"/>
              </a:ext>
            </a:extLst>
          </p:cNvPr>
          <p:cNvSpPr>
            <a:spLocks noGrp="1"/>
          </p:cNvSpPr>
          <p:nvPr>
            <p:ph type="title"/>
          </p:nvPr>
        </p:nvSpPr>
        <p:spPr/>
        <p:txBody>
          <a:bodyPr/>
          <a:lstStyle/>
          <a:p>
            <a:r>
              <a:rPr lang="nl-NL" dirty="0"/>
              <a:t>Linux Essentials</a:t>
            </a:r>
          </a:p>
        </p:txBody>
      </p:sp>
      <p:sp>
        <p:nvSpPr>
          <p:cNvPr id="3" name="Tijdelijke aanduiding voor tekst 2">
            <a:extLst>
              <a:ext uri="{FF2B5EF4-FFF2-40B4-BE49-F238E27FC236}">
                <a16:creationId xmlns:a16="http://schemas.microsoft.com/office/drawing/2014/main" id="{331861E0-1D7B-2043-95D3-F85E781629BC}"/>
              </a:ext>
            </a:extLst>
          </p:cNvPr>
          <p:cNvSpPr>
            <a:spLocks noGrp="1"/>
          </p:cNvSpPr>
          <p:nvPr>
            <p:ph type="body" sz="quarter" idx="10"/>
          </p:nvPr>
        </p:nvSpPr>
        <p:spPr/>
        <p:txBody>
          <a:bodyPr/>
          <a:lstStyle/>
          <a:p>
            <a:r>
              <a:rPr lang="nl-NL" dirty="0" err="1"/>
              <a:t>Getting</a:t>
            </a:r>
            <a:r>
              <a:rPr lang="nl-NL" dirty="0"/>
              <a:t> </a:t>
            </a:r>
            <a:r>
              <a:rPr lang="nl-NL" dirty="0" err="1"/>
              <a:t>started</a:t>
            </a:r>
            <a:endParaRPr lang="nl-NL" dirty="0"/>
          </a:p>
        </p:txBody>
      </p:sp>
      <p:sp>
        <p:nvSpPr>
          <p:cNvPr id="4" name="Tijdelijke aanduiding voor afbeelding 3">
            <a:extLst>
              <a:ext uri="{FF2B5EF4-FFF2-40B4-BE49-F238E27FC236}">
                <a16:creationId xmlns:a16="http://schemas.microsoft.com/office/drawing/2014/main" id="{87719953-51AF-B443-BFF8-B09D14891EA1}"/>
              </a:ext>
            </a:extLst>
          </p:cNvPr>
          <p:cNvSpPr>
            <a:spLocks noGrp="1"/>
          </p:cNvSpPr>
          <p:nvPr>
            <p:ph type="pic" sz="quarter" idx="15"/>
          </p:nvPr>
        </p:nvSpPr>
        <p:spPr/>
        <p:txBody>
          <a:bodyPr/>
          <a:lstStyle/>
          <a:p>
            <a:endParaRPr lang="en-BE"/>
          </a:p>
        </p:txBody>
      </p:sp>
    </p:spTree>
    <p:extLst>
      <p:ext uri="{BB962C8B-B14F-4D97-AF65-F5344CB8AC3E}">
        <p14:creationId xmlns:p14="http://schemas.microsoft.com/office/powerpoint/2010/main" val="2868180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F0C1102D-6A23-4BA2-529A-570FCE9831B5}"/>
              </a:ext>
            </a:extLst>
          </p:cNvPr>
          <p:cNvSpPr>
            <a:spLocks noGrp="1"/>
          </p:cNvSpPr>
          <p:nvPr>
            <p:ph type="pic" sz="quarter" idx="14"/>
          </p:nvPr>
        </p:nvSpPr>
        <p:spPr/>
        <p:txBody>
          <a:bodyPr/>
          <a:lstStyle/>
          <a:p>
            <a:endParaRPr lang="en-BE"/>
          </a:p>
        </p:txBody>
      </p:sp>
      <p:sp>
        <p:nvSpPr>
          <p:cNvPr id="3" name="Title 2">
            <a:extLst>
              <a:ext uri="{FF2B5EF4-FFF2-40B4-BE49-F238E27FC236}">
                <a16:creationId xmlns:a16="http://schemas.microsoft.com/office/drawing/2014/main" id="{A33DEE50-EB33-F9F7-B54D-F68FDDC999D2}"/>
              </a:ext>
            </a:extLst>
          </p:cNvPr>
          <p:cNvSpPr>
            <a:spLocks noGrp="1"/>
          </p:cNvSpPr>
          <p:nvPr>
            <p:ph type="title"/>
          </p:nvPr>
        </p:nvSpPr>
        <p:spPr/>
        <p:txBody>
          <a:bodyPr/>
          <a:lstStyle/>
          <a:p>
            <a:r>
              <a:rPr lang="en-GB" dirty="0" err="1"/>
              <a:t>Introductie</a:t>
            </a:r>
            <a:endParaRPr lang="en-BE" dirty="0"/>
          </a:p>
        </p:txBody>
      </p:sp>
      <p:sp>
        <p:nvSpPr>
          <p:cNvPr id="4" name="Text Placeholder 3">
            <a:extLst>
              <a:ext uri="{FF2B5EF4-FFF2-40B4-BE49-F238E27FC236}">
                <a16:creationId xmlns:a16="http://schemas.microsoft.com/office/drawing/2014/main" id="{B1AA0D0A-1D2C-4AC1-B65D-7B6C390F1CC4}"/>
              </a:ext>
            </a:extLst>
          </p:cNvPr>
          <p:cNvSpPr>
            <a:spLocks noGrp="1"/>
          </p:cNvSpPr>
          <p:nvPr>
            <p:ph type="body" sz="quarter" idx="10"/>
          </p:nvPr>
        </p:nvSpPr>
        <p:spPr/>
        <p:txBody>
          <a:bodyPr>
            <a:normAutofit fontScale="92500" lnSpcReduction="10000"/>
          </a:bodyPr>
          <a:lstStyle/>
          <a:p>
            <a:endParaRPr lang="en-BE"/>
          </a:p>
        </p:txBody>
      </p:sp>
      <p:sp>
        <p:nvSpPr>
          <p:cNvPr id="5" name="Text Placeholder 4">
            <a:extLst>
              <a:ext uri="{FF2B5EF4-FFF2-40B4-BE49-F238E27FC236}">
                <a16:creationId xmlns:a16="http://schemas.microsoft.com/office/drawing/2014/main" id="{700F999C-D042-0012-68AE-1E2448E8451E}"/>
              </a:ext>
            </a:extLst>
          </p:cNvPr>
          <p:cNvSpPr>
            <a:spLocks noGrp="1"/>
          </p:cNvSpPr>
          <p:nvPr>
            <p:ph type="body" sz="quarter" idx="15"/>
          </p:nvPr>
        </p:nvSpPr>
        <p:spPr/>
        <p:txBody>
          <a:bodyPr/>
          <a:lstStyle/>
          <a:p>
            <a:endParaRPr lang="en-BE"/>
          </a:p>
        </p:txBody>
      </p:sp>
    </p:spTree>
    <p:extLst>
      <p:ext uri="{BB962C8B-B14F-4D97-AF65-F5344CB8AC3E}">
        <p14:creationId xmlns:p14="http://schemas.microsoft.com/office/powerpoint/2010/main" val="1636237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83F17-5C69-6D9D-607A-049CCD61229F}"/>
              </a:ext>
            </a:extLst>
          </p:cNvPr>
          <p:cNvSpPr>
            <a:spLocks noGrp="1"/>
          </p:cNvSpPr>
          <p:nvPr>
            <p:ph type="title"/>
          </p:nvPr>
        </p:nvSpPr>
        <p:spPr/>
        <p:txBody>
          <a:bodyPr/>
          <a:lstStyle/>
          <a:p>
            <a:r>
              <a:rPr lang="nl-NL" dirty="0"/>
              <a:t>Wat is Linux-systeemadministratie?</a:t>
            </a:r>
            <a:endParaRPr lang="en-BE" dirty="0"/>
          </a:p>
        </p:txBody>
      </p:sp>
      <p:sp>
        <p:nvSpPr>
          <p:cNvPr id="3" name="Text Placeholder 2">
            <a:extLst>
              <a:ext uri="{FF2B5EF4-FFF2-40B4-BE49-F238E27FC236}">
                <a16:creationId xmlns:a16="http://schemas.microsoft.com/office/drawing/2014/main" id="{2705DA4E-9C56-CC1C-A982-4CC355961302}"/>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6F453152-A19E-B70C-98FC-7328BC3FA332}"/>
              </a:ext>
            </a:extLst>
          </p:cNvPr>
          <p:cNvSpPr>
            <a:spLocks noGrp="1"/>
          </p:cNvSpPr>
          <p:nvPr>
            <p:ph type="body" sz="quarter" idx="11"/>
          </p:nvPr>
        </p:nvSpPr>
        <p:spPr/>
        <p:txBody>
          <a:bodyPr/>
          <a:lstStyle/>
          <a:p>
            <a:pPr>
              <a:buNone/>
            </a:pPr>
            <a:r>
              <a:rPr lang="nl-NL" dirty="0"/>
              <a:t>Systeemadministratie binnen Linux verwijst naar alle handelingen die nodig zijn om een Linux-systeem te installeren, configureren, onderhouden en beveiligen. Dit kan gaan van het toevoegen van gebruikers tot het beheren van netwerken en het oplossen van hardware- of softwareproblemen.</a:t>
            </a:r>
          </a:p>
          <a:p>
            <a:r>
              <a:rPr lang="nl-NL" dirty="0"/>
              <a:t>De meeste van deze taken gebeuren via de </a:t>
            </a:r>
            <a:r>
              <a:rPr lang="nl-NL" b="1" dirty="0" err="1"/>
              <a:t>command</a:t>
            </a:r>
            <a:r>
              <a:rPr lang="nl-NL" b="1" dirty="0"/>
              <a:t> line interface (CLI)</a:t>
            </a:r>
            <a:r>
              <a:rPr lang="nl-NL" dirty="0"/>
              <a:t>, dus zonder grafische gebruikersomgeving. Vooral servers draaien vaak zonder GUI, wat betekent dat beheerders moeten leren werken met </a:t>
            </a:r>
            <a:r>
              <a:rPr lang="nl-NL" dirty="0" err="1"/>
              <a:t>tekstgebaseerde</a:t>
            </a:r>
            <a:r>
              <a:rPr lang="nl-NL" dirty="0"/>
              <a:t> commando’s.</a:t>
            </a:r>
          </a:p>
        </p:txBody>
      </p:sp>
      <p:sp>
        <p:nvSpPr>
          <p:cNvPr id="5" name="Text Placeholder 4">
            <a:extLst>
              <a:ext uri="{FF2B5EF4-FFF2-40B4-BE49-F238E27FC236}">
                <a16:creationId xmlns:a16="http://schemas.microsoft.com/office/drawing/2014/main" id="{9989A42E-C05C-7C57-6902-0B5A560E60F3}"/>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277778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4D5D3FDE-6521-DF56-CEF6-2243501C8787}"/>
              </a:ext>
            </a:extLst>
          </p:cNvPr>
          <p:cNvSpPr>
            <a:spLocks noGrp="1"/>
          </p:cNvSpPr>
          <p:nvPr>
            <p:ph type="chart" sz="quarter" idx="15"/>
          </p:nvPr>
        </p:nvSpPr>
        <p:spPr/>
        <p:txBody>
          <a:bodyPr/>
          <a:lstStyle/>
          <a:p>
            <a:endParaRPr lang="en-BE"/>
          </a:p>
        </p:txBody>
      </p:sp>
      <p:sp>
        <p:nvSpPr>
          <p:cNvPr id="2" name="Title 1">
            <a:extLst>
              <a:ext uri="{FF2B5EF4-FFF2-40B4-BE49-F238E27FC236}">
                <a16:creationId xmlns:a16="http://schemas.microsoft.com/office/drawing/2014/main" id="{0826FA21-F073-6D85-5E4F-1DACA9DDAA98}"/>
              </a:ext>
            </a:extLst>
          </p:cNvPr>
          <p:cNvSpPr>
            <a:spLocks noGrp="1"/>
          </p:cNvSpPr>
          <p:nvPr>
            <p:ph type="title"/>
          </p:nvPr>
        </p:nvSpPr>
        <p:spPr/>
        <p:txBody>
          <a:bodyPr/>
          <a:lstStyle/>
          <a:p>
            <a:r>
              <a:rPr lang="nl-NL" dirty="0"/>
              <a:t>virtuele machine (VM)</a:t>
            </a:r>
            <a:endParaRPr lang="en-BE" dirty="0"/>
          </a:p>
        </p:txBody>
      </p:sp>
      <p:sp>
        <p:nvSpPr>
          <p:cNvPr id="6" name="Text Placeholder 5">
            <a:extLst>
              <a:ext uri="{FF2B5EF4-FFF2-40B4-BE49-F238E27FC236}">
                <a16:creationId xmlns:a16="http://schemas.microsoft.com/office/drawing/2014/main" id="{2EDDFCDD-144A-6786-2453-147D5670420A}"/>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D26E9509-EF3D-5CD1-CDD3-9CD223FE912C}"/>
              </a:ext>
            </a:extLst>
          </p:cNvPr>
          <p:cNvSpPr>
            <a:spLocks noGrp="1"/>
          </p:cNvSpPr>
          <p:nvPr>
            <p:ph type="body" sz="quarter" idx="11"/>
          </p:nvPr>
        </p:nvSpPr>
        <p:spPr/>
        <p:txBody>
          <a:bodyPr/>
          <a:lstStyle/>
          <a:p>
            <a:r>
              <a:rPr lang="nl-NL" dirty="0"/>
              <a:t>Een </a:t>
            </a:r>
            <a:r>
              <a:rPr lang="nl-NL" b="1" dirty="0"/>
              <a:t>virtuele machine</a:t>
            </a:r>
            <a:r>
              <a:rPr lang="nl-NL" dirty="0"/>
              <a:t> is een softwarematig nagebootste computer die draait binnen een echt (fysiek) systeem. Je gebruikt een programma zoals </a:t>
            </a:r>
            <a:r>
              <a:rPr lang="nl-NL" b="1" dirty="0" err="1"/>
              <a:t>VirtualBox</a:t>
            </a:r>
            <a:r>
              <a:rPr lang="nl-NL" dirty="0"/>
              <a:t> om een virtuele omgeving te creëren waarin je een besturingssysteem (zoals Linux) kunt installeren zonder je echte besturingssysteem aan te passen of in gevaar te brengen. De fysieke computer wordt dan de </a:t>
            </a:r>
            <a:r>
              <a:rPr lang="nl-NL" b="1" dirty="0"/>
              <a:t>host</a:t>
            </a:r>
            <a:r>
              <a:rPr lang="nl-NL" dirty="0"/>
              <a:t>, en de virtuele machine is de </a:t>
            </a:r>
            <a:r>
              <a:rPr lang="nl-NL" b="1" dirty="0" err="1"/>
              <a:t>guest</a:t>
            </a:r>
            <a:r>
              <a:rPr lang="nl-NL" dirty="0"/>
              <a:t>.</a:t>
            </a:r>
            <a:endParaRPr lang="en-BE" dirty="0"/>
          </a:p>
        </p:txBody>
      </p:sp>
      <p:sp>
        <p:nvSpPr>
          <p:cNvPr id="7" name="Text Placeholder 6">
            <a:extLst>
              <a:ext uri="{FF2B5EF4-FFF2-40B4-BE49-F238E27FC236}">
                <a16:creationId xmlns:a16="http://schemas.microsoft.com/office/drawing/2014/main" id="{467C372C-1688-27F9-476B-F1FCE5177911}"/>
              </a:ext>
            </a:extLst>
          </p:cNvPr>
          <p:cNvSpPr>
            <a:spLocks noGrp="1"/>
          </p:cNvSpPr>
          <p:nvPr>
            <p:ph type="body" sz="quarter" idx="13"/>
          </p:nvPr>
        </p:nvSpPr>
        <p:spPr/>
        <p:txBody>
          <a:bodyPr/>
          <a:lstStyle/>
          <a:p>
            <a:endParaRPr lang="en-BE"/>
          </a:p>
        </p:txBody>
      </p:sp>
      <p:pic>
        <p:nvPicPr>
          <p:cNvPr id="13314" name="Picture 2" descr="Chapter 1. First Steps">
            <a:extLst>
              <a:ext uri="{FF2B5EF4-FFF2-40B4-BE49-F238E27FC236}">
                <a16:creationId xmlns:a16="http://schemas.microsoft.com/office/drawing/2014/main" id="{3EC50738-AF69-DDB5-AF24-D8E740BAE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6538" y="2554617"/>
            <a:ext cx="5099479" cy="2918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662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rt Placeholder 1">
            <a:extLst>
              <a:ext uri="{FF2B5EF4-FFF2-40B4-BE49-F238E27FC236}">
                <a16:creationId xmlns:a16="http://schemas.microsoft.com/office/drawing/2014/main" id="{CBEC46F0-8A52-54BC-A121-ECC5EAA8D82E}"/>
              </a:ext>
            </a:extLst>
          </p:cNvPr>
          <p:cNvSpPr>
            <a:spLocks noGrp="1"/>
          </p:cNvSpPr>
          <p:nvPr>
            <p:ph type="chart" sz="quarter" idx="15"/>
          </p:nvPr>
        </p:nvSpPr>
        <p:spPr/>
        <p:txBody>
          <a:bodyPr/>
          <a:lstStyle/>
          <a:p>
            <a:endParaRPr lang="en-BE"/>
          </a:p>
        </p:txBody>
      </p:sp>
      <p:sp>
        <p:nvSpPr>
          <p:cNvPr id="3" name="Title 2">
            <a:extLst>
              <a:ext uri="{FF2B5EF4-FFF2-40B4-BE49-F238E27FC236}">
                <a16:creationId xmlns:a16="http://schemas.microsoft.com/office/drawing/2014/main" id="{BC2D6827-7E35-0EB8-9B44-DB529DF09659}"/>
              </a:ext>
            </a:extLst>
          </p:cNvPr>
          <p:cNvSpPr>
            <a:spLocks noGrp="1"/>
          </p:cNvSpPr>
          <p:nvPr>
            <p:ph type="title"/>
          </p:nvPr>
        </p:nvSpPr>
        <p:spPr/>
        <p:txBody>
          <a:bodyPr/>
          <a:lstStyle/>
          <a:p>
            <a:r>
              <a:rPr lang="nl-NL" dirty="0"/>
              <a:t>virtuele machine (VM)?</a:t>
            </a:r>
            <a:endParaRPr lang="en-BE" dirty="0"/>
          </a:p>
        </p:txBody>
      </p:sp>
      <p:sp>
        <p:nvSpPr>
          <p:cNvPr id="4" name="Text Placeholder 3">
            <a:extLst>
              <a:ext uri="{FF2B5EF4-FFF2-40B4-BE49-F238E27FC236}">
                <a16:creationId xmlns:a16="http://schemas.microsoft.com/office/drawing/2014/main" id="{068E081C-DC71-2268-E347-036053FA87ED}"/>
              </a:ext>
            </a:extLst>
          </p:cNvPr>
          <p:cNvSpPr>
            <a:spLocks noGrp="1"/>
          </p:cNvSpPr>
          <p:nvPr>
            <p:ph type="body" sz="quarter" idx="10"/>
          </p:nvPr>
        </p:nvSpPr>
        <p:spPr/>
        <p:txBody>
          <a:bodyPr>
            <a:normAutofit fontScale="92500" lnSpcReduction="10000"/>
          </a:bodyPr>
          <a:lstStyle/>
          <a:p>
            <a:endParaRPr lang="en-BE"/>
          </a:p>
        </p:txBody>
      </p:sp>
      <p:sp>
        <p:nvSpPr>
          <p:cNvPr id="5" name="Text Placeholder 4">
            <a:extLst>
              <a:ext uri="{FF2B5EF4-FFF2-40B4-BE49-F238E27FC236}">
                <a16:creationId xmlns:a16="http://schemas.microsoft.com/office/drawing/2014/main" id="{A24CA4FD-2C65-3201-0206-72E47F8D5FAB}"/>
              </a:ext>
            </a:extLst>
          </p:cNvPr>
          <p:cNvSpPr>
            <a:spLocks noGrp="1"/>
          </p:cNvSpPr>
          <p:nvPr>
            <p:ph type="body" sz="quarter" idx="11"/>
          </p:nvPr>
        </p:nvSpPr>
        <p:spPr/>
        <p:txBody>
          <a:bodyPr/>
          <a:lstStyle/>
          <a:p>
            <a:pPr>
              <a:buNone/>
            </a:pPr>
            <a:r>
              <a:rPr lang="nl-NL" dirty="0"/>
              <a:t>Voordelen van een VM:</a:t>
            </a:r>
          </a:p>
          <a:p>
            <a:pPr>
              <a:buFont typeface="Arial" panose="020B0604020202020204" pitchFamily="34" charset="0"/>
              <a:buChar char="•"/>
            </a:pPr>
            <a:r>
              <a:rPr lang="nl-NL" dirty="0"/>
              <a:t>Je kunt experimenteren zonder risico’s voor je hoofdsysteem.</a:t>
            </a:r>
          </a:p>
          <a:p>
            <a:pPr>
              <a:buFont typeface="Arial" panose="020B0604020202020204" pitchFamily="34" charset="0"/>
              <a:buChar char="•"/>
            </a:pPr>
            <a:r>
              <a:rPr lang="nl-NL" dirty="0"/>
              <a:t>Je kunt meerdere systemen tegelijk draaien.</a:t>
            </a:r>
          </a:p>
          <a:p>
            <a:pPr>
              <a:buFont typeface="Arial" panose="020B0604020202020204" pitchFamily="34" charset="0"/>
              <a:buChar char="•"/>
            </a:pPr>
            <a:r>
              <a:rPr lang="nl-NL" dirty="0"/>
              <a:t>Je kunt snapshots maken en snel terugkeren naar een vorige staat.</a:t>
            </a:r>
          </a:p>
          <a:p>
            <a:endParaRPr lang="en-BE" dirty="0"/>
          </a:p>
        </p:txBody>
      </p:sp>
      <p:sp>
        <p:nvSpPr>
          <p:cNvPr id="6" name="Text Placeholder 5">
            <a:extLst>
              <a:ext uri="{FF2B5EF4-FFF2-40B4-BE49-F238E27FC236}">
                <a16:creationId xmlns:a16="http://schemas.microsoft.com/office/drawing/2014/main" id="{F8C785EF-CD5B-F978-4761-E15EAD724B44}"/>
              </a:ext>
            </a:extLst>
          </p:cNvPr>
          <p:cNvSpPr>
            <a:spLocks noGrp="1"/>
          </p:cNvSpPr>
          <p:nvPr>
            <p:ph type="body" sz="quarter" idx="13"/>
          </p:nvPr>
        </p:nvSpPr>
        <p:spPr/>
        <p:txBody>
          <a:bodyPr/>
          <a:lstStyle/>
          <a:p>
            <a:endParaRPr lang="en-BE"/>
          </a:p>
        </p:txBody>
      </p:sp>
      <p:pic>
        <p:nvPicPr>
          <p:cNvPr id="14338" name="Picture 2" descr="How to set up a new virtual machine in Virtualbox | Windows Central">
            <a:extLst>
              <a:ext uri="{FF2B5EF4-FFF2-40B4-BE49-F238E27FC236}">
                <a16:creationId xmlns:a16="http://schemas.microsoft.com/office/drawing/2014/main" id="{C0773CD2-4128-E896-0E76-CE4EFA35C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6538" y="2702391"/>
            <a:ext cx="5380318" cy="3026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2152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D3380-7046-534F-962D-C944F610B73A}"/>
              </a:ext>
            </a:extLst>
          </p:cNvPr>
          <p:cNvSpPr>
            <a:spLocks noGrp="1"/>
          </p:cNvSpPr>
          <p:nvPr>
            <p:ph type="title"/>
          </p:nvPr>
        </p:nvSpPr>
        <p:spPr/>
        <p:txBody>
          <a:bodyPr/>
          <a:lstStyle/>
          <a:p>
            <a:r>
              <a:rPr lang="nl-NL" dirty="0"/>
              <a:t>ISO</a:t>
            </a:r>
            <a:endParaRPr lang="en-BE" dirty="0"/>
          </a:p>
        </p:txBody>
      </p:sp>
      <p:sp>
        <p:nvSpPr>
          <p:cNvPr id="3" name="Text Placeholder 2">
            <a:extLst>
              <a:ext uri="{FF2B5EF4-FFF2-40B4-BE49-F238E27FC236}">
                <a16:creationId xmlns:a16="http://schemas.microsoft.com/office/drawing/2014/main" id="{A12A0B1A-BD61-ADF8-04B9-CF12C1FA4471}"/>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949F34DA-9585-D0B9-2552-1969F6FF54FE}"/>
              </a:ext>
            </a:extLst>
          </p:cNvPr>
          <p:cNvSpPr>
            <a:spLocks noGrp="1"/>
          </p:cNvSpPr>
          <p:nvPr>
            <p:ph type="body" sz="quarter" idx="11"/>
          </p:nvPr>
        </p:nvSpPr>
        <p:spPr/>
        <p:txBody>
          <a:bodyPr/>
          <a:lstStyle/>
          <a:p>
            <a:pPr>
              <a:buNone/>
            </a:pPr>
            <a:r>
              <a:rPr lang="nl-NL" dirty="0"/>
              <a:t>Een </a:t>
            </a:r>
            <a:r>
              <a:rPr lang="nl-NL" b="1" dirty="0"/>
              <a:t>ISO-bestand</a:t>
            </a:r>
            <a:r>
              <a:rPr lang="nl-NL" dirty="0"/>
              <a:t> is een exacte digitale kopie van een optische schijf (zoals een installatie-DVD). Het bevat alle bestanden en mappen die nodig zijn om een besturingssysteem zoals Linux te installeren. Wanneer je een Linux-ISO downloadt, kun je deze als virtuele CD-ROM gebruiken om een besturingssysteem op te starten en te installeren binnen een VM.</a:t>
            </a:r>
          </a:p>
          <a:p>
            <a:r>
              <a:rPr lang="nl-NL" dirty="0"/>
              <a:t>Voorbeeld: als je Ubuntu wilt proberen, download je het Ubuntu ISO-bestand van de officiële website, en laad je het in als opstartschijf in </a:t>
            </a:r>
            <a:r>
              <a:rPr lang="nl-NL" dirty="0" err="1"/>
              <a:t>VirtualBox</a:t>
            </a:r>
            <a:r>
              <a:rPr lang="nl-NL" dirty="0"/>
              <a:t>.</a:t>
            </a:r>
          </a:p>
          <a:p>
            <a:endParaRPr lang="en-BE" dirty="0"/>
          </a:p>
        </p:txBody>
      </p:sp>
      <p:sp>
        <p:nvSpPr>
          <p:cNvPr id="5" name="Text Placeholder 4">
            <a:extLst>
              <a:ext uri="{FF2B5EF4-FFF2-40B4-BE49-F238E27FC236}">
                <a16:creationId xmlns:a16="http://schemas.microsoft.com/office/drawing/2014/main" id="{89A24798-5B66-95EF-BB37-80C397E9422E}"/>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750228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68C35-8D7E-0F3B-55F6-86FFB1BB47BA}"/>
              </a:ext>
            </a:extLst>
          </p:cNvPr>
          <p:cNvSpPr>
            <a:spLocks noGrp="1"/>
          </p:cNvSpPr>
          <p:nvPr>
            <p:ph type="title"/>
          </p:nvPr>
        </p:nvSpPr>
        <p:spPr/>
        <p:txBody>
          <a:bodyPr/>
          <a:lstStyle/>
          <a:p>
            <a:r>
              <a:rPr lang="nl-NL" dirty="0"/>
              <a:t>Linux-distributie</a:t>
            </a:r>
            <a:endParaRPr lang="en-BE" dirty="0"/>
          </a:p>
        </p:txBody>
      </p:sp>
      <p:sp>
        <p:nvSpPr>
          <p:cNvPr id="3" name="Text Placeholder 2">
            <a:extLst>
              <a:ext uri="{FF2B5EF4-FFF2-40B4-BE49-F238E27FC236}">
                <a16:creationId xmlns:a16="http://schemas.microsoft.com/office/drawing/2014/main" id="{6293EBEC-707F-6CFF-A8B6-0DD60A876019}"/>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8A1C2576-FE19-F163-5865-DBE5DC64587F}"/>
              </a:ext>
            </a:extLst>
          </p:cNvPr>
          <p:cNvSpPr>
            <a:spLocks noGrp="1"/>
          </p:cNvSpPr>
          <p:nvPr>
            <p:ph type="body" sz="quarter" idx="11"/>
          </p:nvPr>
        </p:nvSpPr>
        <p:spPr/>
        <p:txBody>
          <a:bodyPr/>
          <a:lstStyle/>
          <a:p>
            <a:pPr>
              <a:buNone/>
            </a:pPr>
            <a:r>
              <a:rPr lang="nl-NL" dirty="0"/>
              <a:t>Een </a:t>
            </a:r>
            <a:r>
              <a:rPr lang="nl-NL" b="1" dirty="0"/>
              <a:t>Linux-distributie</a:t>
            </a:r>
            <a:r>
              <a:rPr lang="nl-NL" dirty="0"/>
              <a:t> (of </a:t>
            </a:r>
            <a:r>
              <a:rPr lang="nl-NL" dirty="0" err="1"/>
              <a:t>distro</a:t>
            </a:r>
            <a:r>
              <a:rPr lang="nl-NL" dirty="0"/>
              <a:t>) is een variant van het Linux-besturingssysteem, samengesteld uit:</a:t>
            </a:r>
          </a:p>
          <a:p>
            <a:pPr marL="285750" indent="-285750">
              <a:buFont typeface="Arial" panose="020B0604020202020204" pitchFamily="34" charset="0"/>
              <a:buChar char="•"/>
            </a:pPr>
            <a:r>
              <a:rPr lang="nl-NL" dirty="0"/>
              <a:t>de Linux-</a:t>
            </a:r>
            <a:r>
              <a:rPr lang="nl-NL" dirty="0" err="1"/>
              <a:t>kernel</a:t>
            </a:r>
            <a:r>
              <a:rPr lang="nl-NL" dirty="0"/>
              <a:t> (de kern van het OS)</a:t>
            </a:r>
          </a:p>
          <a:p>
            <a:pPr marL="285750" indent="-285750">
              <a:buFont typeface="Arial" panose="020B0604020202020204" pitchFamily="34" charset="0"/>
              <a:buChar char="•"/>
            </a:pPr>
            <a:r>
              <a:rPr lang="nl-NL" dirty="0"/>
              <a:t>softwarepakketten (bijv. </a:t>
            </a:r>
            <a:r>
              <a:rPr lang="nl-NL" dirty="0" err="1"/>
              <a:t>shells</a:t>
            </a:r>
            <a:r>
              <a:rPr lang="nl-NL" dirty="0"/>
              <a:t>, teksteditors, netwerktools)</a:t>
            </a:r>
          </a:p>
          <a:p>
            <a:pPr marL="285750" indent="-285750">
              <a:buFont typeface="Arial" panose="020B0604020202020204" pitchFamily="34" charset="0"/>
              <a:buChar char="•"/>
            </a:pPr>
            <a:r>
              <a:rPr lang="nl-NL" dirty="0"/>
              <a:t>een pakketbeheerder (voor software-installatie)</a:t>
            </a:r>
          </a:p>
          <a:p>
            <a:pPr marL="285750" indent="-285750">
              <a:buFont typeface="Arial" panose="020B0604020202020204" pitchFamily="34" charset="0"/>
              <a:buChar char="•"/>
            </a:pPr>
            <a:r>
              <a:rPr lang="nl-NL" dirty="0"/>
              <a:t> vaak een grafische omgeving</a:t>
            </a:r>
          </a:p>
          <a:p>
            <a:r>
              <a:rPr lang="nl-NL" dirty="0"/>
              <a:t>Elke distributie heeft zijn eigen doelpubliek, filosofie en pakketbeheer</a:t>
            </a:r>
          </a:p>
        </p:txBody>
      </p:sp>
      <p:sp>
        <p:nvSpPr>
          <p:cNvPr id="5" name="Text Placeholder 4">
            <a:extLst>
              <a:ext uri="{FF2B5EF4-FFF2-40B4-BE49-F238E27FC236}">
                <a16:creationId xmlns:a16="http://schemas.microsoft.com/office/drawing/2014/main" id="{616FA7CB-9023-9B07-022A-5E85E216509E}"/>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150351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rt Placeholder 1">
            <a:extLst>
              <a:ext uri="{FF2B5EF4-FFF2-40B4-BE49-F238E27FC236}">
                <a16:creationId xmlns:a16="http://schemas.microsoft.com/office/drawing/2014/main" id="{15ABA3DD-4A47-6C19-1621-549CE841ADF8}"/>
              </a:ext>
            </a:extLst>
          </p:cNvPr>
          <p:cNvSpPr>
            <a:spLocks noGrp="1"/>
          </p:cNvSpPr>
          <p:nvPr>
            <p:ph type="chart" sz="quarter" idx="15"/>
          </p:nvPr>
        </p:nvSpPr>
        <p:spPr/>
        <p:txBody>
          <a:bodyPr/>
          <a:lstStyle/>
          <a:p>
            <a:endParaRPr lang="en-BE"/>
          </a:p>
        </p:txBody>
      </p:sp>
      <p:sp>
        <p:nvSpPr>
          <p:cNvPr id="3" name="Title 2">
            <a:extLst>
              <a:ext uri="{FF2B5EF4-FFF2-40B4-BE49-F238E27FC236}">
                <a16:creationId xmlns:a16="http://schemas.microsoft.com/office/drawing/2014/main" id="{696DB59B-D312-796C-AECC-FE87E07022EA}"/>
              </a:ext>
            </a:extLst>
          </p:cNvPr>
          <p:cNvSpPr>
            <a:spLocks noGrp="1"/>
          </p:cNvSpPr>
          <p:nvPr>
            <p:ph type="title"/>
          </p:nvPr>
        </p:nvSpPr>
        <p:spPr/>
        <p:txBody>
          <a:bodyPr/>
          <a:lstStyle/>
          <a:p>
            <a:r>
              <a:rPr lang="nl-NL" dirty="0"/>
              <a:t>Linux-distributie</a:t>
            </a:r>
            <a:endParaRPr lang="en-BE" dirty="0"/>
          </a:p>
        </p:txBody>
      </p:sp>
      <p:sp>
        <p:nvSpPr>
          <p:cNvPr id="4" name="Text Placeholder 3">
            <a:extLst>
              <a:ext uri="{FF2B5EF4-FFF2-40B4-BE49-F238E27FC236}">
                <a16:creationId xmlns:a16="http://schemas.microsoft.com/office/drawing/2014/main" id="{45BB59D2-E586-6824-2462-6458AE0E9657}"/>
              </a:ext>
            </a:extLst>
          </p:cNvPr>
          <p:cNvSpPr>
            <a:spLocks noGrp="1"/>
          </p:cNvSpPr>
          <p:nvPr>
            <p:ph type="body" sz="quarter" idx="10"/>
          </p:nvPr>
        </p:nvSpPr>
        <p:spPr/>
        <p:txBody>
          <a:bodyPr>
            <a:normAutofit fontScale="92500" lnSpcReduction="10000"/>
          </a:bodyPr>
          <a:lstStyle/>
          <a:p>
            <a:endParaRPr lang="en-BE"/>
          </a:p>
        </p:txBody>
      </p:sp>
      <p:sp>
        <p:nvSpPr>
          <p:cNvPr id="5" name="Text Placeholder 4">
            <a:extLst>
              <a:ext uri="{FF2B5EF4-FFF2-40B4-BE49-F238E27FC236}">
                <a16:creationId xmlns:a16="http://schemas.microsoft.com/office/drawing/2014/main" id="{60371B12-5E2F-841E-965A-740EC8A1DE29}"/>
              </a:ext>
            </a:extLst>
          </p:cNvPr>
          <p:cNvSpPr>
            <a:spLocks noGrp="1"/>
          </p:cNvSpPr>
          <p:nvPr>
            <p:ph type="body" sz="quarter" idx="11"/>
          </p:nvPr>
        </p:nvSpPr>
        <p:spPr/>
        <p:txBody>
          <a:bodyPr>
            <a:normAutofit fontScale="92500" lnSpcReduction="10000"/>
          </a:bodyPr>
          <a:lstStyle/>
          <a:p>
            <a:pPr marL="285750" indent="-285750">
              <a:buFont typeface="Arial" panose="020B0604020202020204" pitchFamily="34" charset="0"/>
              <a:buChar char="•"/>
            </a:pPr>
            <a:r>
              <a:rPr lang="nl-NL" b="1" dirty="0" err="1"/>
              <a:t>Debian</a:t>
            </a:r>
            <a:r>
              <a:rPr lang="nl-NL" dirty="0"/>
              <a:t>: stabiel, conservatief, gemeenschapsgericht. Basis voor Ubuntu.</a:t>
            </a:r>
          </a:p>
          <a:p>
            <a:pPr marL="285750" indent="-285750">
              <a:buFont typeface="Arial" panose="020B0604020202020204" pitchFamily="34" charset="0"/>
              <a:buChar char="•"/>
            </a:pPr>
            <a:r>
              <a:rPr lang="nl-NL" b="1" dirty="0"/>
              <a:t>Ubuntu</a:t>
            </a:r>
            <a:r>
              <a:rPr lang="nl-NL" dirty="0"/>
              <a:t>: gebruiksvriendelijk, brede </a:t>
            </a:r>
            <a:r>
              <a:rPr lang="nl-NL" dirty="0" err="1"/>
              <a:t>hardwareondersteuning</a:t>
            </a:r>
            <a:r>
              <a:rPr lang="nl-NL" dirty="0"/>
              <a:t>. Gericht op desktop en server.</a:t>
            </a:r>
          </a:p>
          <a:p>
            <a:pPr marL="285750" indent="-285750">
              <a:buFont typeface="Arial" panose="020B0604020202020204" pitchFamily="34" charset="0"/>
              <a:buChar char="•"/>
            </a:pPr>
            <a:r>
              <a:rPr lang="nl-NL" b="1" dirty="0"/>
              <a:t>Red Hat Enterprise Linux (RHEL)</a:t>
            </a:r>
            <a:r>
              <a:rPr lang="nl-NL" dirty="0"/>
              <a:t>: commercieel ondersteund, gericht op bedrijven. Betaald.</a:t>
            </a:r>
          </a:p>
          <a:p>
            <a:pPr marL="285750" indent="-285750">
              <a:buFont typeface="Arial" panose="020B0604020202020204" pitchFamily="34" charset="0"/>
              <a:buChar char="•"/>
            </a:pPr>
            <a:r>
              <a:rPr lang="nl-NL" b="1" dirty="0" err="1"/>
              <a:t>Fedora</a:t>
            </a:r>
            <a:r>
              <a:rPr lang="nl-NL" dirty="0"/>
              <a:t>: </a:t>
            </a:r>
            <a:r>
              <a:rPr lang="nl-NL" dirty="0" err="1"/>
              <a:t>communityversie</a:t>
            </a:r>
            <a:r>
              <a:rPr lang="nl-NL" dirty="0"/>
              <a:t> van RHEL, </a:t>
            </a:r>
            <a:r>
              <a:rPr lang="nl-NL" dirty="0" err="1"/>
              <a:t>cutting</a:t>
            </a:r>
            <a:r>
              <a:rPr lang="nl-NL" dirty="0"/>
              <a:t> </a:t>
            </a:r>
            <a:r>
              <a:rPr lang="nl-NL" dirty="0" err="1"/>
              <a:t>edge</a:t>
            </a:r>
            <a:r>
              <a:rPr lang="nl-NL" dirty="0"/>
              <a:t>.</a:t>
            </a:r>
          </a:p>
          <a:p>
            <a:pPr marL="285750" indent="-285750">
              <a:buFont typeface="Arial" panose="020B0604020202020204" pitchFamily="34" charset="0"/>
              <a:buChar char="•"/>
            </a:pPr>
            <a:r>
              <a:rPr lang="nl-NL" b="1" dirty="0" err="1"/>
              <a:t>OpenSUSE</a:t>
            </a:r>
            <a:r>
              <a:rPr lang="nl-NL" dirty="0"/>
              <a:t>: professioneel, stabiel, veel beheertools.</a:t>
            </a:r>
          </a:p>
          <a:p>
            <a:pPr marL="285750" indent="-285750">
              <a:buFont typeface="Arial" panose="020B0604020202020204" pitchFamily="34" charset="0"/>
              <a:buChar char="•"/>
            </a:pPr>
            <a:r>
              <a:rPr lang="nl-NL" b="1" dirty="0" err="1"/>
              <a:t>Arch</a:t>
            </a:r>
            <a:r>
              <a:rPr lang="nl-NL" b="1" dirty="0"/>
              <a:t> Linux</a:t>
            </a:r>
            <a:r>
              <a:rPr lang="nl-NL" dirty="0"/>
              <a:t>: licht, minimalistisch, voor gevorderde gebruikers.</a:t>
            </a:r>
            <a:endParaRPr lang="en-BE" dirty="0"/>
          </a:p>
        </p:txBody>
      </p:sp>
      <p:sp>
        <p:nvSpPr>
          <p:cNvPr id="6" name="Text Placeholder 5">
            <a:extLst>
              <a:ext uri="{FF2B5EF4-FFF2-40B4-BE49-F238E27FC236}">
                <a16:creationId xmlns:a16="http://schemas.microsoft.com/office/drawing/2014/main" id="{702751C6-EEEB-2DB8-EBE3-BF272B200640}"/>
              </a:ext>
            </a:extLst>
          </p:cNvPr>
          <p:cNvSpPr>
            <a:spLocks noGrp="1"/>
          </p:cNvSpPr>
          <p:nvPr>
            <p:ph type="body" sz="quarter" idx="13"/>
          </p:nvPr>
        </p:nvSpPr>
        <p:spPr/>
        <p:txBody>
          <a:bodyPr/>
          <a:lstStyle/>
          <a:p>
            <a:endParaRPr lang="en-BE"/>
          </a:p>
        </p:txBody>
      </p:sp>
      <p:pic>
        <p:nvPicPr>
          <p:cNvPr id="1027" name="Picture 3" descr="List of Linux distributions - Wikipedia">
            <a:hlinkClick r:id="rId2"/>
            <a:extLst>
              <a:ext uri="{FF2B5EF4-FFF2-40B4-BE49-F238E27FC236}">
                <a16:creationId xmlns:a16="http://schemas.microsoft.com/office/drawing/2014/main" id="{D7950E7C-5A78-C263-F9F7-C75ECFB8C3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3247" y="0"/>
            <a:ext cx="19288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3511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2C6C3-EE05-24A0-CC70-AE13B7D9B5DE}"/>
              </a:ext>
            </a:extLst>
          </p:cNvPr>
          <p:cNvSpPr>
            <a:spLocks noGrp="1"/>
          </p:cNvSpPr>
          <p:nvPr>
            <p:ph type="title"/>
          </p:nvPr>
        </p:nvSpPr>
        <p:spPr/>
        <p:txBody>
          <a:bodyPr/>
          <a:lstStyle/>
          <a:p>
            <a:r>
              <a:rPr lang="en-GB" dirty="0" err="1"/>
              <a:t>Pakketbeheersysteem</a:t>
            </a:r>
            <a:endParaRPr lang="en-BE" dirty="0"/>
          </a:p>
        </p:txBody>
      </p:sp>
      <p:sp>
        <p:nvSpPr>
          <p:cNvPr id="12" name="Text Placeholder 11">
            <a:extLst>
              <a:ext uri="{FF2B5EF4-FFF2-40B4-BE49-F238E27FC236}">
                <a16:creationId xmlns:a16="http://schemas.microsoft.com/office/drawing/2014/main" id="{61732B78-8FF6-B3C1-7BAB-F6BF512BE224}"/>
              </a:ext>
            </a:extLst>
          </p:cNvPr>
          <p:cNvSpPr>
            <a:spLocks noGrp="1"/>
          </p:cNvSpPr>
          <p:nvPr>
            <p:ph type="body" sz="quarter" idx="10"/>
          </p:nvPr>
        </p:nvSpPr>
        <p:spPr/>
        <p:txBody>
          <a:bodyPr>
            <a:normAutofit fontScale="92500" lnSpcReduction="10000"/>
          </a:bodyPr>
          <a:lstStyle/>
          <a:p>
            <a:endParaRPr lang="en-BE"/>
          </a:p>
        </p:txBody>
      </p:sp>
      <p:sp>
        <p:nvSpPr>
          <p:cNvPr id="7" name="Text Placeholder 6">
            <a:extLst>
              <a:ext uri="{FF2B5EF4-FFF2-40B4-BE49-F238E27FC236}">
                <a16:creationId xmlns:a16="http://schemas.microsoft.com/office/drawing/2014/main" id="{62F330D5-AAB5-265A-F4F0-C66E350012CB}"/>
              </a:ext>
            </a:extLst>
          </p:cNvPr>
          <p:cNvSpPr>
            <a:spLocks noGrp="1"/>
          </p:cNvSpPr>
          <p:nvPr>
            <p:ph type="body" sz="quarter" idx="11"/>
          </p:nvPr>
        </p:nvSpPr>
        <p:spPr/>
        <p:txBody>
          <a:bodyPr/>
          <a:lstStyle/>
          <a:p>
            <a:pPr algn="ctr"/>
            <a:r>
              <a:rPr lang="nl-NL" dirty="0" err="1"/>
              <a:t>Debian-gebaseerden</a:t>
            </a:r>
            <a:r>
              <a:rPr lang="nl-NL" dirty="0"/>
              <a:t> gebruiken .</a:t>
            </a:r>
            <a:r>
              <a:rPr lang="nl-NL" dirty="0" err="1"/>
              <a:t>deb</a:t>
            </a:r>
            <a:r>
              <a:rPr lang="nl-NL" dirty="0"/>
              <a:t>-pakketten met </a:t>
            </a:r>
            <a:r>
              <a:rPr lang="nl-NL" dirty="0" err="1"/>
              <a:t>apt</a:t>
            </a:r>
            <a:r>
              <a:rPr lang="nl-NL" dirty="0"/>
              <a:t>.</a:t>
            </a:r>
            <a:endParaRPr lang="en-BE" dirty="0"/>
          </a:p>
        </p:txBody>
      </p:sp>
      <p:sp>
        <p:nvSpPr>
          <p:cNvPr id="13" name="Text Placeholder 12">
            <a:extLst>
              <a:ext uri="{FF2B5EF4-FFF2-40B4-BE49-F238E27FC236}">
                <a16:creationId xmlns:a16="http://schemas.microsoft.com/office/drawing/2014/main" id="{EF2681DC-F4C2-5A28-170C-1D967E511739}"/>
              </a:ext>
            </a:extLst>
          </p:cNvPr>
          <p:cNvSpPr>
            <a:spLocks noGrp="1"/>
          </p:cNvSpPr>
          <p:nvPr>
            <p:ph type="body" sz="quarter" idx="13"/>
          </p:nvPr>
        </p:nvSpPr>
        <p:spPr/>
        <p:txBody>
          <a:bodyPr/>
          <a:lstStyle/>
          <a:p>
            <a:endParaRPr lang="en-BE"/>
          </a:p>
        </p:txBody>
      </p:sp>
      <p:sp>
        <p:nvSpPr>
          <p:cNvPr id="14" name="Text Placeholder 13">
            <a:extLst>
              <a:ext uri="{FF2B5EF4-FFF2-40B4-BE49-F238E27FC236}">
                <a16:creationId xmlns:a16="http://schemas.microsoft.com/office/drawing/2014/main" id="{82481010-D160-5680-AB9D-59541D0F1848}"/>
              </a:ext>
            </a:extLst>
          </p:cNvPr>
          <p:cNvSpPr>
            <a:spLocks noGrp="1"/>
          </p:cNvSpPr>
          <p:nvPr>
            <p:ph type="body" sz="quarter" idx="14"/>
          </p:nvPr>
        </p:nvSpPr>
        <p:spPr/>
        <p:txBody>
          <a:bodyPr/>
          <a:lstStyle/>
          <a:p>
            <a:pPr algn="ctr"/>
            <a:r>
              <a:rPr lang="nl-NL" dirty="0"/>
              <a:t>RHEL-</a:t>
            </a:r>
            <a:r>
              <a:rPr lang="nl-NL" dirty="0" err="1"/>
              <a:t>gebaseerden</a:t>
            </a:r>
            <a:r>
              <a:rPr lang="nl-NL" dirty="0"/>
              <a:t> gebruiken .</a:t>
            </a:r>
            <a:r>
              <a:rPr lang="nl-NL" dirty="0" err="1"/>
              <a:t>rpm</a:t>
            </a:r>
            <a:r>
              <a:rPr lang="nl-NL" dirty="0"/>
              <a:t>-pakketten met </a:t>
            </a:r>
            <a:r>
              <a:rPr lang="nl-NL" dirty="0" err="1"/>
              <a:t>yum</a:t>
            </a:r>
            <a:r>
              <a:rPr lang="nl-NL" dirty="0"/>
              <a:t> of </a:t>
            </a:r>
            <a:r>
              <a:rPr lang="nl-NL" dirty="0" err="1"/>
              <a:t>dnf</a:t>
            </a:r>
            <a:r>
              <a:rPr lang="nl-NL" dirty="0"/>
              <a:t>.</a:t>
            </a:r>
            <a:endParaRPr lang="en-BE" dirty="0"/>
          </a:p>
        </p:txBody>
      </p:sp>
      <p:pic>
        <p:nvPicPr>
          <p:cNvPr id="2055" name="Picture 7" descr="Rosé and Bruno Mars' 'APT.' hits 300 million views, shattering K-pop solo  records | allkpop">
            <a:extLst>
              <a:ext uri="{FF2B5EF4-FFF2-40B4-BE49-F238E27FC236}">
                <a16:creationId xmlns:a16="http://schemas.microsoft.com/office/drawing/2014/main" id="{EC0B8951-78FC-CB46-E7D2-DF7B5C06E4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6562" y="3267635"/>
            <a:ext cx="4483184" cy="3021666"/>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9" descr="DNF Command-Line Package Manager in Linux: A Complete Guide">
            <a:extLst>
              <a:ext uri="{FF2B5EF4-FFF2-40B4-BE49-F238E27FC236}">
                <a16:creationId xmlns:a16="http://schemas.microsoft.com/office/drawing/2014/main" id="{6BBB86AA-864A-FA07-9534-523111047D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5529" y="3406868"/>
            <a:ext cx="5389222" cy="2584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052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C5A33F4B-35BA-43ED-8B24-98BB32071D05}"/>
              </a:ext>
            </a:extLst>
          </p:cNvPr>
          <p:cNvSpPr>
            <a:spLocks noGrp="1"/>
          </p:cNvSpPr>
          <p:nvPr>
            <p:ph type="title"/>
          </p:nvPr>
        </p:nvSpPr>
        <p:spPr/>
        <p:txBody>
          <a:bodyPr/>
          <a:lstStyle/>
          <a:p>
            <a:r>
              <a:rPr lang="nl-BE" dirty="0" err="1"/>
              <a:t>Debian</a:t>
            </a:r>
            <a:r>
              <a:rPr lang="nl-BE" dirty="0"/>
              <a:t> Linux</a:t>
            </a:r>
          </a:p>
        </p:txBody>
      </p:sp>
      <p:sp>
        <p:nvSpPr>
          <p:cNvPr id="2" name="Text Placeholder 1">
            <a:extLst>
              <a:ext uri="{FF2B5EF4-FFF2-40B4-BE49-F238E27FC236}">
                <a16:creationId xmlns:a16="http://schemas.microsoft.com/office/drawing/2014/main" id="{8348386E-C736-6BE1-7257-3665EC0C78F9}"/>
              </a:ext>
            </a:extLst>
          </p:cNvPr>
          <p:cNvSpPr>
            <a:spLocks noGrp="1"/>
          </p:cNvSpPr>
          <p:nvPr>
            <p:ph type="body" sz="quarter" idx="10"/>
          </p:nvPr>
        </p:nvSpPr>
        <p:spPr/>
        <p:txBody>
          <a:bodyPr>
            <a:normAutofit fontScale="92500" lnSpcReduction="10000"/>
          </a:bodyPr>
          <a:lstStyle/>
          <a:p>
            <a:endParaRPr lang="en-BE"/>
          </a:p>
        </p:txBody>
      </p:sp>
      <p:sp>
        <p:nvSpPr>
          <p:cNvPr id="8" name="Tijdelijke aanduiding voor tekst 7">
            <a:extLst>
              <a:ext uri="{FF2B5EF4-FFF2-40B4-BE49-F238E27FC236}">
                <a16:creationId xmlns:a16="http://schemas.microsoft.com/office/drawing/2014/main" id="{9EAFEB3D-B74D-441C-A4FE-B32BE1DF442D}"/>
              </a:ext>
            </a:extLst>
          </p:cNvPr>
          <p:cNvSpPr>
            <a:spLocks noGrp="1"/>
          </p:cNvSpPr>
          <p:nvPr>
            <p:ph type="body" sz="quarter" idx="11"/>
          </p:nvPr>
        </p:nvSpPr>
        <p:spPr/>
        <p:txBody>
          <a:bodyPr/>
          <a:lstStyle/>
          <a:p>
            <a:r>
              <a:rPr lang="nl-BE" dirty="0" err="1"/>
              <a:t>Debian</a:t>
            </a:r>
            <a:r>
              <a:rPr lang="nl-BE" dirty="0"/>
              <a:t> is een distributie (= op zichzelf staande versie </a:t>
            </a:r>
            <a:r>
              <a:rPr lang="nl-BE" dirty="0" err="1"/>
              <a:t>ve</a:t>
            </a:r>
            <a:r>
              <a:rPr lang="nl-BE" dirty="0"/>
              <a:t> besturingssysteem)</a:t>
            </a:r>
          </a:p>
          <a:p>
            <a:endParaRPr lang="nl-BE" dirty="0"/>
          </a:p>
          <a:p>
            <a:r>
              <a:rPr lang="nl-BE" dirty="0"/>
              <a:t>Waarom </a:t>
            </a:r>
            <a:r>
              <a:rPr lang="nl-BE" dirty="0" err="1"/>
              <a:t>Debian</a:t>
            </a:r>
            <a:r>
              <a:rPr lang="nl-BE" dirty="0"/>
              <a:t>:</a:t>
            </a:r>
          </a:p>
          <a:p>
            <a:pPr marL="285750" indent="-285750">
              <a:buFont typeface="Arial" panose="020B0604020202020204" pitchFamily="34" charset="0"/>
              <a:buChar char="•"/>
            </a:pPr>
            <a:r>
              <a:rPr lang="nl-BE" dirty="0"/>
              <a:t>Goed gevestigd en stabiel</a:t>
            </a:r>
          </a:p>
          <a:p>
            <a:pPr marL="285750" indent="-285750">
              <a:buFont typeface="Arial" panose="020B0604020202020204" pitchFamily="34" charset="0"/>
              <a:buChar char="•"/>
            </a:pPr>
            <a:r>
              <a:rPr lang="nl-BE" dirty="0"/>
              <a:t>Veelgebruikte afgeleide distributie zijn hierop gebaseerd</a:t>
            </a:r>
          </a:p>
          <a:p>
            <a:pPr marL="285750" indent="-285750">
              <a:buFont typeface="Arial" panose="020B0604020202020204" pitchFamily="34" charset="0"/>
              <a:buChar char="•"/>
            </a:pPr>
            <a:r>
              <a:rPr lang="nl-BE" dirty="0" err="1"/>
              <a:t>RaspberryPi</a:t>
            </a:r>
            <a:r>
              <a:rPr lang="nl-BE" dirty="0"/>
              <a:t> OS hierop gebaseerd</a:t>
            </a:r>
          </a:p>
          <a:p>
            <a:pPr marL="285750" indent="-285750">
              <a:buFont typeface="Arial" panose="020B0604020202020204" pitchFamily="34" charset="0"/>
              <a:buChar char="•"/>
            </a:pPr>
            <a:endParaRPr lang="nl-BE" dirty="0"/>
          </a:p>
        </p:txBody>
      </p:sp>
      <p:sp>
        <p:nvSpPr>
          <p:cNvPr id="3" name="Text Placeholder 2">
            <a:extLst>
              <a:ext uri="{FF2B5EF4-FFF2-40B4-BE49-F238E27FC236}">
                <a16:creationId xmlns:a16="http://schemas.microsoft.com/office/drawing/2014/main" id="{6A00CA40-2C56-71CC-E645-9ACDD22E888F}"/>
              </a:ext>
            </a:extLst>
          </p:cNvPr>
          <p:cNvSpPr>
            <a:spLocks noGrp="1"/>
          </p:cNvSpPr>
          <p:nvPr>
            <p:ph type="body" sz="quarter" idx="13"/>
          </p:nvPr>
        </p:nvSpPr>
        <p:spPr/>
        <p:txBody>
          <a:bodyPr/>
          <a:lstStyle/>
          <a:p>
            <a:endParaRPr lang="en-BE"/>
          </a:p>
        </p:txBody>
      </p:sp>
      <p:pic>
        <p:nvPicPr>
          <p:cNvPr id="15362" name="Picture 2" descr="How to Install a Linux — Debian Server | by RomanAcademy | Medium">
            <a:extLst>
              <a:ext uri="{FF2B5EF4-FFF2-40B4-BE49-F238E27FC236}">
                <a16:creationId xmlns:a16="http://schemas.microsoft.com/office/drawing/2014/main" id="{8821AA9D-4C3D-C9EE-6C32-518F329F9B66}"/>
              </a:ext>
            </a:extLst>
          </p:cNvPr>
          <p:cNvPicPr>
            <a:picLocks noGrp="1" noChangeAspect="1" noChangeArrowheads="1"/>
          </p:cNvPicPr>
          <p:nvPr>
            <p:ph type="chart" sz="quarter" idx="15"/>
          </p:nvPr>
        </p:nvPicPr>
        <p:blipFill>
          <a:blip r:embed="rId2">
            <a:extLst>
              <a:ext uri="{28A0092B-C50C-407E-A947-70E740481C1C}">
                <a14:useLocalDpi xmlns:a14="http://schemas.microsoft.com/office/drawing/2010/main" val="0"/>
              </a:ext>
            </a:extLst>
          </a:blip>
          <a:srcRect/>
          <a:stretch>
            <a:fillRect/>
          </a:stretch>
        </p:blipFill>
        <p:spPr bwMode="auto">
          <a:xfrm>
            <a:off x="6608983" y="2368550"/>
            <a:ext cx="4722371" cy="3694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4032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E67EFC-504D-4959-9888-8DA2D288FA32}"/>
              </a:ext>
            </a:extLst>
          </p:cNvPr>
          <p:cNvSpPr>
            <a:spLocks noGrp="1"/>
          </p:cNvSpPr>
          <p:nvPr>
            <p:ph type="title"/>
          </p:nvPr>
        </p:nvSpPr>
        <p:spPr/>
        <p:txBody>
          <a:bodyPr/>
          <a:lstStyle/>
          <a:p>
            <a:r>
              <a:rPr lang="nl-BE" dirty="0"/>
              <a:t>Linux</a:t>
            </a:r>
          </a:p>
        </p:txBody>
      </p:sp>
      <p:sp>
        <p:nvSpPr>
          <p:cNvPr id="3" name="Tijdelijke aanduiding voor tekst 2">
            <a:extLst>
              <a:ext uri="{FF2B5EF4-FFF2-40B4-BE49-F238E27FC236}">
                <a16:creationId xmlns:a16="http://schemas.microsoft.com/office/drawing/2014/main" id="{CA1E2E12-7E2D-4371-877C-E9F78E3CE10E}"/>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DDCDC5C2-A7DC-4D54-8404-B7AB833C61B0}"/>
              </a:ext>
            </a:extLst>
          </p:cNvPr>
          <p:cNvSpPr>
            <a:spLocks noGrp="1"/>
          </p:cNvSpPr>
          <p:nvPr>
            <p:ph type="body" sz="quarter" idx="11"/>
          </p:nvPr>
        </p:nvSpPr>
        <p:spPr/>
        <p:txBody>
          <a:bodyPr/>
          <a:lstStyle/>
          <a:p>
            <a:r>
              <a:rPr lang="nl-BE" dirty="0"/>
              <a:t>Voor thuisgebruik is Linux (bijna) altijd gratis</a:t>
            </a:r>
          </a:p>
          <a:p>
            <a:endParaRPr lang="nl-BE" dirty="0"/>
          </a:p>
          <a:p>
            <a:r>
              <a:rPr lang="nl-BE" dirty="0" err="1"/>
              <a:t>Stable</a:t>
            </a:r>
            <a:r>
              <a:rPr lang="nl-BE" dirty="0"/>
              <a:t> </a:t>
            </a:r>
            <a:r>
              <a:rPr lang="nl-BE" dirty="0" err="1"/>
              <a:t>vs</a:t>
            </a:r>
            <a:r>
              <a:rPr lang="nl-BE" dirty="0"/>
              <a:t> </a:t>
            </a:r>
            <a:r>
              <a:rPr lang="nl-BE" dirty="0" err="1"/>
              <a:t>experimental</a:t>
            </a:r>
            <a:r>
              <a:rPr lang="nl-BE" dirty="0"/>
              <a:t> </a:t>
            </a:r>
            <a:r>
              <a:rPr lang="nl-BE" dirty="0" err="1"/>
              <a:t>vs</a:t>
            </a:r>
            <a:r>
              <a:rPr lang="nl-BE" dirty="0"/>
              <a:t> LTS</a:t>
            </a:r>
          </a:p>
          <a:p>
            <a:endParaRPr lang="nl-BE" dirty="0"/>
          </a:p>
          <a:p>
            <a:r>
              <a:rPr lang="nl-BE" dirty="0" err="1"/>
              <a:t>Stable</a:t>
            </a:r>
            <a:r>
              <a:rPr lang="nl-BE" dirty="0"/>
              <a:t>: stabiele versie waar “alles” werkt zoals het hoort</a:t>
            </a:r>
          </a:p>
          <a:p>
            <a:r>
              <a:rPr lang="nl-BE" dirty="0" err="1"/>
              <a:t>Experimental</a:t>
            </a:r>
            <a:r>
              <a:rPr lang="nl-BE" dirty="0"/>
              <a:t>: experimentele versie waar er nog bugs in kunnen (lees zullen) zitten</a:t>
            </a:r>
          </a:p>
          <a:p>
            <a:r>
              <a:rPr lang="nl-BE" dirty="0"/>
              <a:t>LTS: stabiele versie die voor een langere periode ondersteund wordt</a:t>
            </a:r>
          </a:p>
        </p:txBody>
      </p:sp>
      <p:sp>
        <p:nvSpPr>
          <p:cNvPr id="5" name="Tijdelijke aanduiding voor tekst 4">
            <a:extLst>
              <a:ext uri="{FF2B5EF4-FFF2-40B4-BE49-F238E27FC236}">
                <a16:creationId xmlns:a16="http://schemas.microsoft.com/office/drawing/2014/main" id="{1A1D4E3C-9F4A-4260-8851-4316A6DCC4D3}"/>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479867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35A976F9-014A-036B-E772-30AD4D7E12F7}"/>
              </a:ext>
            </a:extLst>
          </p:cNvPr>
          <p:cNvSpPr>
            <a:spLocks noGrp="1"/>
          </p:cNvSpPr>
          <p:nvPr>
            <p:ph type="pic" sz="quarter" idx="14"/>
          </p:nvPr>
        </p:nvSpPr>
        <p:spPr/>
        <p:txBody>
          <a:bodyPr/>
          <a:lstStyle/>
          <a:p>
            <a:endParaRPr lang="en-BE"/>
          </a:p>
        </p:txBody>
      </p:sp>
      <p:sp>
        <p:nvSpPr>
          <p:cNvPr id="3" name="Title 2">
            <a:extLst>
              <a:ext uri="{FF2B5EF4-FFF2-40B4-BE49-F238E27FC236}">
                <a16:creationId xmlns:a16="http://schemas.microsoft.com/office/drawing/2014/main" id="{3D2D9239-B677-5898-9106-2E5306CA77B0}"/>
              </a:ext>
            </a:extLst>
          </p:cNvPr>
          <p:cNvSpPr>
            <a:spLocks noGrp="1"/>
          </p:cNvSpPr>
          <p:nvPr>
            <p:ph type="title"/>
          </p:nvPr>
        </p:nvSpPr>
        <p:spPr/>
        <p:txBody>
          <a:bodyPr/>
          <a:lstStyle/>
          <a:p>
            <a:r>
              <a:rPr lang="en-GB" dirty="0" err="1"/>
              <a:t>Installatie</a:t>
            </a:r>
            <a:endParaRPr lang="en-BE" dirty="0"/>
          </a:p>
        </p:txBody>
      </p:sp>
      <p:sp>
        <p:nvSpPr>
          <p:cNvPr id="4" name="Text Placeholder 3">
            <a:extLst>
              <a:ext uri="{FF2B5EF4-FFF2-40B4-BE49-F238E27FC236}">
                <a16:creationId xmlns:a16="http://schemas.microsoft.com/office/drawing/2014/main" id="{95020683-935E-7345-1CB1-C3CC3A3C3B03}"/>
              </a:ext>
            </a:extLst>
          </p:cNvPr>
          <p:cNvSpPr>
            <a:spLocks noGrp="1"/>
          </p:cNvSpPr>
          <p:nvPr>
            <p:ph type="body" sz="quarter" idx="10"/>
          </p:nvPr>
        </p:nvSpPr>
        <p:spPr/>
        <p:txBody>
          <a:bodyPr>
            <a:normAutofit fontScale="92500" lnSpcReduction="10000"/>
          </a:bodyPr>
          <a:lstStyle/>
          <a:p>
            <a:endParaRPr lang="en-BE"/>
          </a:p>
        </p:txBody>
      </p:sp>
      <p:sp>
        <p:nvSpPr>
          <p:cNvPr id="5" name="Text Placeholder 4">
            <a:extLst>
              <a:ext uri="{FF2B5EF4-FFF2-40B4-BE49-F238E27FC236}">
                <a16:creationId xmlns:a16="http://schemas.microsoft.com/office/drawing/2014/main" id="{0B2B2B89-C611-9385-D182-0D670D0AFB81}"/>
              </a:ext>
            </a:extLst>
          </p:cNvPr>
          <p:cNvSpPr>
            <a:spLocks noGrp="1"/>
          </p:cNvSpPr>
          <p:nvPr>
            <p:ph type="body" sz="quarter" idx="15"/>
          </p:nvPr>
        </p:nvSpPr>
        <p:spPr/>
        <p:txBody>
          <a:bodyPr/>
          <a:lstStyle/>
          <a:p>
            <a:endParaRPr lang="en-BE"/>
          </a:p>
        </p:txBody>
      </p:sp>
    </p:spTree>
    <p:extLst>
      <p:ext uri="{BB962C8B-B14F-4D97-AF65-F5344CB8AC3E}">
        <p14:creationId xmlns:p14="http://schemas.microsoft.com/office/powerpoint/2010/main" val="33721265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41C9EF-DC2D-4640-A7A1-079126BD8480}"/>
              </a:ext>
            </a:extLst>
          </p:cNvPr>
          <p:cNvSpPr>
            <a:spLocks noGrp="1"/>
          </p:cNvSpPr>
          <p:nvPr>
            <p:ph type="title"/>
          </p:nvPr>
        </p:nvSpPr>
        <p:spPr/>
        <p:txBody>
          <a:bodyPr/>
          <a:lstStyle/>
          <a:p>
            <a:r>
              <a:rPr lang="nl-BE" dirty="0" err="1"/>
              <a:t>Debian</a:t>
            </a:r>
            <a:r>
              <a:rPr lang="nl-BE" dirty="0"/>
              <a:t> - installatie</a:t>
            </a:r>
          </a:p>
        </p:txBody>
      </p:sp>
      <p:sp>
        <p:nvSpPr>
          <p:cNvPr id="3" name="Tijdelijke aanduiding voor tekst 2">
            <a:extLst>
              <a:ext uri="{FF2B5EF4-FFF2-40B4-BE49-F238E27FC236}">
                <a16:creationId xmlns:a16="http://schemas.microsoft.com/office/drawing/2014/main" id="{7D8F900B-DFCB-4287-9D2E-98C0370B0E12}"/>
              </a:ext>
            </a:extLst>
          </p:cNvPr>
          <p:cNvSpPr>
            <a:spLocks noGrp="1"/>
          </p:cNvSpPr>
          <p:nvPr>
            <p:ph type="body" sz="quarter" idx="10"/>
          </p:nvPr>
        </p:nvSpPr>
        <p:spPr/>
        <p:txBody>
          <a:bodyPr>
            <a:normAutofit fontScale="92500" lnSpcReduction="10000"/>
          </a:bodyPr>
          <a:lstStyle/>
          <a:p>
            <a:endParaRPr lang="nl-BE" dirty="0"/>
          </a:p>
        </p:txBody>
      </p:sp>
      <p:sp>
        <p:nvSpPr>
          <p:cNvPr id="4" name="Tijdelijke aanduiding voor tekst 3">
            <a:extLst>
              <a:ext uri="{FF2B5EF4-FFF2-40B4-BE49-F238E27FC236}">
                <a16:creationId xmlns:a16="http://schemas.microsoft.com/office/drawing/2014/main" id="{39625AC0-5DC8-4063-85DC-352C93A15655}"/>
              </a:ext>
            </a:extLst>
          </p:cNvPr>
          <p:cNvSpPr>
            <a:spLocks noGrp="1"/>
          </p:cNvSpPr>
          <p:nvPr>
            <p:ph type="body" sz="quarter" idx="11"/>
          </p:nvPr>
        </p:nvSpPr>
        <p:spPr/>
        <p:txBody>
          <a:bodyPr/>
          <a:lstStyle/>
          <a:p>
            <a:r>
              <a:rPr lang="nl-BE" dirty="0">
                <a:hlinkClick r:id="rId2"/>
              </a:rPr>
              <a:t>https://www.debian.org/distrib/</a:t>
            </a:r>
            <a:r>
              <a:rPr lang="nl-BE" dirty="0"/>
              <a:t> </a:t>
            </a:r>
          </a:p>
          <a:p>
            <a:endParaRPr lang="nl-BE" dirty="0"/>
          </a:p>
          <a:p>
            <a:pPr marL="285750" indent="-285750">
              <a:buFont typeface="Wingdings" panose="05000000000000000000" pitchFamily="2" charset="2"/>
              <a:buChar char="Ø"/>
            </a:pPr>
            <a:r>
              <a:rPr lang="nl-BE" dirty="0"/>
              <a:t>Compleet installatie-image</a:t>
            </a:r>
          </a:p>
          <a:p>
            <a:pPr marL="285750" indent="-285750">
              <a:buFont typeface="Wingdings" panose="05000000000000000000" pitchFamily="2" charset="2"/>
              <a:buChar char="Ø"/>
            </a:pPr>
            <a:r>
              <a:rPr lang="nl-BE" dirty="0"/>
              <a:t>Over HTTP</a:t>
            </a:r>
          </a:p>
          <a:p>
            <a:pPr marL="285750" indent="-285750">
              <a:buFont typeface="Wingdings" panose="05000000000000000000" pitchFamily="2" charset="2"/>
              <a:buChar char="Ø"/>
            </a:pPr>
            <a:r>
              <a:rPr lang="nl-BE" dirty="0"/>
              <a:t>Dvd/USB (amd64 voor x64, i386 voor x32)</a:t>
            </a:r>
          </a:p>
          <a:p>
            <a:pPr marL="285750" indent="-285750">
              <a:buFont typeface="Wingdings" panose="05000000000000000000" pitchFamily="2" charset="2"/>
              <a:buChar char="Ø"/>
            </a:pPr>
            <a:r>
              <a:rPr lang="nl-BE" dirty="0" err="1"/>
              <a:t>XFCE.iso</a:t>
            </a:r>
            <a:endParaRPr lang="nl-BE" dirty="0"/>
          </a:p>
          <a:p>
            <a:endParaRPr lang="nl-BE" dirty="0"/>
          </a:p>
        </p:txBody>
      </p:sp>
      <p:sp>
        <p:nvSpPr>
          <p:cNvPr id="5" name="Tijdelijke aanduiding voor tekst 4">
            <a:extLst>
              <a:ext uri="{FF2B5EF4-FFF2-40B4-BE49-F238E27FC236}">
                <a16:creationId xmlns:a16="http://schemas.microsoft.com/office/drawing/2014/main" id="{CF61BDC6-BF14-41DA-91FC-09E9951D8393}"/>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4187971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E27EF6-6950-4F77-82E3-F7CFE4FB7DDD}"/>
              </a:ext>
            </a:extLst>
          </p:cNvPr>
          <p:cNvSpPr>
            <a:spLocks noGrp="1"/>
          </p:cNvSpPr>
          <p:nvPr>
            <p:ph type="title"/>
          </p:nvPr>
        </p:nvSpPr>
        <p:spPr/>
        <p:txBody>
          <a:bodyPr/>
          <a:lstStyle/>
          <a:p>
            <a:r>
              <a:rPr lang="nl-BE" dirty="0" err="1"/>
              <a:t>Debian</a:t>
            </a:r>
            <a:r>
              <a:rPr lang="nl-BE" dirty="0"/>
              <a:t> - installatie</a:t>
            </a:r>
          </a:p>
        </p:txBody>
      </p:sp>
      <p:sp>
        <p:nvSpPr>
          <p:cNvPr id="3" name="Tijdelijke aanduiding voor tekst 2">
            <a:extLst>
              <a:ext uri="{FF2B5EF4-FFF2-40B4-BE49-F238E27FC236}">
                <a16:creationId xmlns:a16="http://schemas.microsoft.com/office/drawing/2014/main" id="{2ECCAFE3-583E-45C4-B492-9D50052C10E4}"/>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9576939B-4935-4BEB-9446-F8EDEE0AFD41}"/>
              </a:ext>
            </a:extLst>
          </p:cNvPr>
          <p:cNvSpPr>
            <a:spLocks noGrp="1"/>
          </p:cNvSpPr>
          <p:nvPr>
            <p:ph type="body" sz="quarter" idx="11"/>
          </p:nvPr>
        </p:nvSpPr>
        <p:spPr/>
        <p:txBody>
          <a:bodyPr/>
          <a:lstStyle/>
          <a:p>
            <a:r>
              <a:rPr lang="nl-BE" dirty="0"/>
              <a:t>Ondertussen virtuele machine:</a:t>
            </a:r>
          </a:p>
          <a:p>
            <a:endParaRPr lang="nl-BE" dirty="0"/>
          </a:p>
          <a:p>
            <a:pPr marL="285750" indent="-285750">
              <a:buFont typeface="Arial" panose="020B0604020202020204" pitchFamily="34" charset="0"/>
              <a:buChar char="•"/>
            </a:pPr>
            <a:r>
              <a:rPr lang="nl-BE" dirty="0"/>
              <a:t>Naam: </a:t>
            </a:r>
            <a:r>
              <a:rPr lang="nl-BE" dirty="0" err="1"/>
              <a:t>Debian</a:t>
            </a:r>
            <a:endParaRPr lang="nl-BE" dirty="0"/>
          </a:p>
          <a:p>
            <a:pPr marL="285750" indent="-285750">
              <a:buFont typeface="Arial" panose="020B0604020202020204" pitchFamily="34" charset="0"/>
              <a:buChar char="•"/>
            </a:pPr>
            <a:r>
              <a:rPr lang="nl-BE" dirty="0"/>
              <a:t>Type: Linux</a:t>
            </a:r>
          </a:p>
          <a:p>
            <a:pPr marL="285750" indent="-285750">
              <a:buFont typeface="Arial" panose="020B0604020202020204" pitchFamily="34" charset="0"/>
              <a:buChar char="•"/>
            </a:pPr>
            <a:r>
              <a:rPr lang="nl-BE" dirty="0"/>
              <a:t>Versie: </a:t>
            </a:r>
            <a:r>
              <a:rPr lang="nl-BE" dirty="0" err="1"/>
              <a:t>Debian</a:t>
            </a:r>
            <a:r>
              <a:rPr lang="nl-BE" dirty="0"/>
              <a:t> (64bit of 32bit)</a:t>
            </a:r>
          </a:p>
          <a:p>
            <a:pPr marL="285750" indent="-285750">
              <a:buFont typeface="Arial" panose="020B0604020202020204" pitchFamily="34" charset="0"/>
              <a:buChar char="•"/>
            </a:pPr>
            <a:r>
              <a:rPr lang="nl-BE" dirty="0"/>
              <a:t>RAM: 2GB of meer</a:t>
            </a:r>
          </a:p>
          <a:p>
            <a:pPr marL="285750" indent="-285750">
              <a:buFont typeface="Arial" panose="020B0604020202020204" pitchFamily="34" charset="0"/>
              <a:buChar char="•"/>
            </a:pPr>
            <a:r>
              <a:rPr lang="nl-BE" dirty="0"/>
              <a:t>HDD: VMDK dynamisch 30GB</a:t>
            </a:r>
          </a:p>
        </p:txBody>
      </p:sp>
      <p:sp>
        <p:nvSpPr>
          <p:cNvPr id="5" name="Tijdelijke aanduiding voor tekst 4">
            <a:extLst>
              <a:ext uri="{FF2B5EF4-FFF2-40B4-BE49-F238E27FC236}">
                <a16:creationId xmlns:a16="http://schemas.microsoft.com/office/drawing/2014/main" id="{F31F5B0E-FABD-49CD-94BA-8454C4A339A9}"/>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4245777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4DCD69-5432-4A1A-AC4E-60A38AC52048}"/>
              </a:ext>
            </a:extLst>
          </p:cNvPr>
          <p:cNvSpPr>
            <a:spLocks noGrp="1"/>
          </p:cNvSpPr>
          <p:nvPr>
            <p:ph type="title"/>
          </p:nvPr>
        </p:nvSpPr>
        <p:spPr/>
        <p:txBody>
          <a:bodyPr/>
          <a:lstStyle/>
          <a:p>
            <a:r>
              <a:rPr lang="nl-BE" dirty="0" err="1"/>
              <a:t>Debian</a:t>
            </a:r>
            <a:r>
              <a:rPr lang="nl-BE" dirty="0"/>
              <a:t> - installatie</a:t>
            </a:r>
          </a:p>
        </p:txBody>
      </p:sp>
      <p:sp>
        <p:nvSpPr>
          <p:cNvPr id="3" name="Tijdelijke aanduiding voor tekst 2">
            <a:extLst>
              <a:ext uri="{FF2B5EF4-FFF2-40B4-BE49-F238E27FC236}">
                <a16:creationId xmlns:a16="http://schemas.microsoft.com/office/drawing/2014/main" id="{A9CF1BC2-9575-406A-96AB-BB407373707E}"/>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EFB35705-CDEB-479F-A680-E158A7C181C6}"/>
              </a:ext>
            </a:extLst>
          </p:cNvPr>
          <p:cNvSpPr>
            <a:spLocks noGrp="1"/>
          </p:cNvSpPr>
          <p:nvPr>
            <p:ph type="body" sz="quarter" idx="11"/>
          </p:nvPr>
        </p:nvSpPr>
        <p:spPr/>
        <p:txBody>
          <a:bodyPr/>
          <a:lstStyle/>
          <a:p>
            <a:pPr marL="285750" indent="-285750">
              <a:buFont typeface="Arial" panose="020B0604020202020204" pitchFamily="34" charset="0"/>
              <a:buChar char="•"/>
            </a:pPr>
            <a:r>
              <a:rPr lang="nl-BE" dirty="0"/>
              <a:t>ISO koppelen</a:t>
            </a:r>
          </a:p>
          <a:p>
            <a:pPr marL="285750" indent="-285750">
              <a:buFont typeface="Arial" panose="020B0604020202020204" pitchFamily="34" charset="0"/>
              <a:buChar char="•"/>
            </a:pPr>
            <a:r>
              <a:rPr lang="nl-BE" dirty="0"/>
              <a:t>Opstarten </a:t>
            </a:r>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r>
              <a:rPr lang="nl-BE" dirty="0" err="1"/>
              <a:t>Graphical</a:t>
            </a:r>
            <a:r>
              <a:rPr lang="nl-BE" dirty="0"/>
              <a:t> </a:t>
            </a:r>
            <a:r>
              <a:rPr lang="nl-BE" dirty="0" err="1"/>
              <a:t>debian</a:t>
            </a:r>
            <a:r>
              <a:rPr lang="nl-BE" dirty="0"/>
              <a:t> </a:t>
            </a:r>
            <a:r>
              <a:rPr lang="nl-BE" dirty="0" err="1"/>
              <a:t>installer</a:t>
            </a:r>
            <a:endParaRPr lang="nl-BE" dirty="0"/>
          </a:p>
          <a:p>
            <a:pPr marL="285750" indent="-285750">
              <a:buFont typeface="Arial" panose="020B0604020202020204" pitchFamily="34" charset="0"/>
              <a:buChar char="•"/>
            </a:pPr>
            <a:r>
              <a:rPr lang="nl-BE" dirty="0"/>
              <a:t>Taal: English</a:t>
            </a:r>
          </a:p>
          <a:p>
            <a:pPr marL="285750" indent="-285750">
              <a:buFont typeface="Arial" panose="020B0604020202020204" pitchFamily="34" charset="0"/>
              <a:buChar char="•"/>
            </a:pPr>
            <a:r>
              <a:rPr lang="nl-BE" dirty="0"/>
              <a:t>Regio &gt; Europe &gt; Belgium</a:t>
            </a:r>
          </a:p>
          <a:p>
            <a:pPr marL="285750" indent="-285750">
              <a:buFont typeface="Arial" panose="020B0604020202020204" pitchFamily="34" charset="0"/>
              <a:buChar char="•"/>
            </a:pPr>
            <a:r>
              <a:rPr lang="nl-BE" dirty="0" err="1"/>
              <a:t>Locale</a:t>
            </a:r>
            <a:r>
              <a:rPr lang="nl-BE" dirty="0"/>
              <a:t>: </a:t>
            </a:r>
            <a:r>
              <a:rPr lang="nl-BE" dirty="0" err="1"/>
              <a:t>en_us</a:t>
            </a:r>
            <a:endParaRPr lang="nl-BE" dirty="0"/>
          </a:p>
          <a:p>
            <a:pPr marL="285750" indent="-285750">
              <a:buFont typeface="Arial" panose="020B0604020202020204" pitchFamily="34" charset="0"/>
              <a:buChar char="•"/>
            </a:pPr>
            <a:r>
              <a:rPr lang="nl-BE" dirty="0"/>
              <a:t>Keyboard: </a:t>
            </a:r>
            <a:r>
              <a:rPr lang="nl-BE" dirty="0" err="1"/>
              <a:t>Belgian</a:t>
            </a:r>
            <a:r>
              <a:rPr lang="nl-BE" dirty="0"/>
              <a:t> (of toepasselijk toetsenbord)</a:t>
            </a:r>
          </a:p>
        </p:txBody>
      </p:sp>
      <p:sp>
        <p:nvSpPr>
          <p:cNvPr id="5" name="Tijdelijke aanduiding voor tekst 4">
            <a:extLst>
              <a:ext uri="{FF2B5EF4-FFF2-40B4-BE49-F238E27FC236}">
                <a16:creationId xmlns:a16="http://schemas.microsoft.com/office/drawing/2014/main" id="{3B7554CC-762E-41C6-81DD-C0968BB39467}"/>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1665673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B3047D-34B4-4685-8E08-2C2836F5EA8C}"/>
              </a:ext>
            </a:extLst>
          </p:cNvPr>
          <p:cNvSpPr>
            <a:spLocks noGrp="1"/>
          </p:cNvSpPr>
          <p:nvPr>
            <p:ph type="title"/>
          </p:nvPr>
        </p:nvSpPr>
        <p:spPr/>
        <p:txBody>
          <a:bodyPr/>
          <a:lstStyle/>
          <a:p>
            <a:r>
              <a:rPr lang="nl-BE" dirty="0" err="1"/>
              <a:t>Debian</a:t>
            </a:r>
            <a:r>
              <a:rPr lang="nl-BE" dirty="0"/>
              <a:t> - installatie</a:t>
            </a:r>
          </a:p>
        </p:txBody>
      </p:sp>
      <p:sp>
        <p:nvSpPr>
          <p:cNvPr id="3" name="Tijdelijke aanduiding voor tekst 2">
            <a:extLst>
              <a:ext uri="{FF2B5EF4-FFF2-40B4-BE49-F238E27FC236}">
                <a16:creationId xmlns:a16="http://schemas.microsoft.com/office/drawing/2014/main" id="{02F6AD9F-0849-4396-BDBD-DF0B80F3B714}"/>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11439ECA-3F75-4929-A69F-BB8E34D0D501}"/>
              </a:ext>
            </a:extLst>
          </p:cNvPr>
          <p:cNvSpPr>
            <a:spLocks noGrp="1"/>
          </p:cNvSpPr>
          <p:nvPr>
            <p:ph type="body" sz="quarter" idx="11"/>
          </p:nvPr>
        </p:nvSpPr>
        <p:spPr/>
        <p:txBody>
          <a:bodyPr/>
          <a:lstStyle/>
          <a:p>
            <a:pPr marL="285750" indent="-285750">
              <a:buFont typeface="Arial" panose="020B0604020202020204" pitchFamily="34" charset="0"/>
              <a:buChar char="•"/>
            </a:pPr>
            <a:r>
              <a:rPr lang="nl-BE" dirty="0" err="1"/>
              <a:t>Hostname</a:t>
            </a:r>
            <a:r>
              <a:rPr lang="nl-BE" dirty="0"/>
              <a:t>: </a:t>
            </a:r>
            <a:r>
              <a:rPr lang="nl-BE" dirty="0" err="1"/>
              <a:t>debian</a:t>
            </a:r>
            <a:endParaRPr lang="nl-BE" dirty="0"/>
          </a:p>
          <a:p>
            <a:pPr marL="285750" indent="-285750">
              <a:buFont typeface="Arial" panose="020B0604020202020204" pitchFamily="34" charset="0"/>
              <a:buChar char="•"/>
            </a:pPr>
            <a:r>
              <a:rPr lang="nl-BE" dirty="0"/>
              <a:t>Domain: leeg laten</a:t>
            </a:r>
          </a:p>
          <a:p>
            <a:pPr marL="285750" indent="-285750">
              <a:buFont typeface="Arial" panose="020B0604020202020204" pitchFamily="34" charset="0"/>
              <a:buChar char="•"/>
            </a:pPr>
            <a:r>
              <a:rPr lang="nl-BE" dirty="0"/>
              <a:t>Password root: student</a:t>
            </a:r>
          </a:p>
          <a:p>
            <a:pPr marL="285750" indent="-285750">
              <a:buFont typeface="Arial" panose="020B0604020202020204" pitchFamily="34" charset="0"/>
              <a:buChar char="•"/>
            </a:pPr>
            <a:r>
              <a:rPr lang="nl-BE" dirty="0"/>
              <a:t>Full name user: student</a:t>
            </a:r>
          </a:p>
          <a:p>
            <a:pPr marL="285750" indent="-285750">
              <a:buFont typeface="Arial" panose="020B0604020202020204" pitchFamily="34" charset="0"/>
              <a:buChar char="•"/>
            </a:pPr>
            <a:r>
              <a:rPr lang="nl-BE" dirty="0"/>
              <a:t>Username: student</a:t>
            </a:r>
          </a:p>
          <a:p>
            <a:pPr marL="285750" indent="-285750">
              <a:buFont typeface="Arial" panose="020B0604020202020204" pitchFamily="34" charset="0"/>
              <a:buChar char="•"/>
            </a:pPr>
            <a:r>
              <a:rPr lang="nl-BE" dirty="0"/>
              <a:t>Password: student</a:t>
            </a:r>
          </a:p>
          <a:p>
            <a:pPr marL="285750" indent="-285750">
              <a:buFont typeface="Arial" panose="020B0604020202020204" pitchFamily="34" charset="0"/>
              <a:buChar char="•"/>
            </a:pPr>
            <a:endParaRPr lang="nl-BE" dirty="0"/>
          </a:p>
          <a:p>
            <a:r>
              <a:rPr lang="nl-BE" dirty="0"/>
              <a:t>! Geen hoofdletters</a:t>
            </a:r>
          </a:p>
        </p:txBody>
      </p:sp>
      <p:sp>
        <p:nvSpPr>
          <p:cNvPr id="5" name="Tijdelijke aanduiding voor tekst 4">
            <a:extLst>
              <a:ext uri="{FF2B5EF4-FFF2-40B4-BE49-F238E27FC236}">
                <a16:creationId xmlns:a16="http://schemas.microsoft.com/office/drawing/2014/main" id="{10AFC2B9-F285-4855-9DB6-04E1739D738A}"/>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473183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02A1EF-688A-4169-91AC-7F7DD7A56965}"/>
              </a:ext>
            </a:extLst>
          </p:cNvPr>
          <p:cNvSpPr>
            <a:spLocks noGrp="1"/>
          </p:cNvSpPr>
          <p:nvPr>
            <p:ph type="title"/>
          </p:nvPr>
        </p:nvSpPr>
        <p:spPr/>
        <p:txBody>
          <a:bodyPr/>
          <a:lstStyle/>
          <a:p>
            <a:r>
              <a:rPr lang="nl-BE" dirty="0" err="1"/>
              <a:t>Debian</a:t>
            </a:r>
            <a:r>
              <a:rPr lang="nl-BE" dirty="0"/>
              <a:t> - installatie</a:t>
            </a:r>
          </a:p>
        </p:txBody>
      </p:sp>
      <p:sp>
        <p:nvSpPr>
          <p:cNvPr id="3" name="Tijdelijke aanduiding voor tekst 2">
            <a:extLst>
              <a:ext uri="{FF2B5EF4-FFF2-40B4-BE49-F238E27FC236}">
                <a16:creationId xmlns:a16="http://schemas.microsoft.com/office/drawing/2014/main" id="{438F8792-0AC9-49D2-838E-DABEE318D735}"/>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3DAF745E-737B-4375-83CA-D16CC1553AF0}"/>
              </a:ext>
            </a:extLst>
          </p:cNvPr>
          <p:cNvSpPr>
            <a:spLocks noGrp="1"/>
          </p:cNvSpPr>
          <p:nvPr>
            <p:ph type="body" sz="quarter" idx="11"/>
          </p:nvPr>
        </p:nvSpPr>
        <p:spPr/>
        <p:txBody>
          <a:bodyPr/>
          <a:lstStyle/>
          <a:p>
            <a:pPr marL="285750" indent="-285750">
              <a:buFont typeface="Wingdings" panose="05000000000000000000" pitchFamily="2" charset="2"/>
              <a:buChar char="Ø"/>
            </a:pPr>
            <a:r>
              <a:rPr lang="nl-BE" dirty="0"/>
              <a:t>Manueel</a:t>
            </a:r>
          </a:p>
          <a:p>
            <a:pPr marL="285750" indent="-285750">
              <a:buFont typeface="Wingdings" panose="05000000000000000000" pitchFamily="2" charset="2"/>
              <a:buChar char="Ø"/>
            </a:pPr>
            <a:r>
              <a:rPr lang="nl-BE" dirty="0"/>
              <a:t>Dubbel klikken op uw schijf</a:t>
            </a:r>
          </a:p>
          <a:p>
            <a:pPr marL="552450" lvl="2" indent="-285750">
              <a:buFont typeface="Wingdings" panose="05000000000000000000" pitchFamily="2" charset="2"/>
              <a:buChar char="Ø"/>
            </a:pPr>
            <a:r>
              <a:rPr lang="nl-BE" dirty="0"/>
              <a:t>/ - 20GB – EXT4</a:t>
            </a:r>
          </a:p>
          <a:p>
            <a:pPr marL="552450" lvl="2" indent="-285750">
              <a:buFont typeface="Wingdings" panose="05000000000000000000" pitchFamily="2" charset="2"/>
              <a:buChar char="Ø"/>
            </a:pPr>
            <a:r>
              <a:rPr lang="nl-BE" dirty="0"/>
              <a:t>/boot – 1,5GB – EXT4</a:t>
            </a:r>
          </a:p>
          <a:p>
            <a:pPr marL="552450" lvl="2" indent="-285750">
              <a:buFont typeface="Wingdings" panose="05000000000000000000" pitchFamily="2" charset="2"/>
              <a:buChar char="Ø"/>
            </a:pPr>
            <a:r>
              <a:rPr lang="nl-BE" dirty="0"/>
              <a:t>/home – overige ruimte – EXT4</a:t>
            </a:r>
          </a:p>
          <a:p>
            <a:pPr marL="552450" lvl="2" indent="-285750">
              <a:buFont typeface="Wingdings" panose="05000000000000000000" pitchFamily="2" charset="2"/>
              <a:buChar char="Ø"/>
            </a:pPr>
            <a:r>
              <a:rPr lang="nl-BE" dirty="0"/>
              <a:t>Swap – 2GB</a:t>
            </a:r>
          </a:p>
          <a:p>
            <a:pPr marL="285750" indent="-285750">
              <a:buFont typeface="Wingdings" panose="05000000000000000000" pitchFamily="2" charset="2"/>
              <a:buChar char="Ø"/>
            </a:pPr>
            <a:r>
              <a:rPr lang="nl-BE" dirty="0"/>
              <a:t>Write changes</a:t>
            </a:r>
          </a:p>
        </p:txBody>
      </p:sp>
      <p:sp>
        <p:nvSpPr>
          <p:cNvPr id="5" name="Tijdelijke aanduiding voor tekst 4">
            <a:extLst>
              <a:ext uri="{FF2B5EF4-FFF2-40B4-BE49-F238E27FC236}">
                <a16:creationId xmlns:a16="http://schemas.microsoft.com/office/drawing/2014/main" id="{6F2F19B1-C221-4521-BF5B-385620C7C140}"/>
              </a:ext>
            </a:extLst>
          </p:cNvPr>
          <p:cNvSpPr>
            <a:spLocks noGrp="1"/>
          </p:cNvSpPr>
          <p:nvPr>
            <p:ph type="body" sz="quarter" idx="13"/>
          </p:nvPr>
        </p:nvSpPr>
        <p:spPr/>
        <p:txBody>
          <a:bodyPr/>
          <a:lstStyle/>
          <a:p>
            <a:endParaRPr lang="nl-BE"/>
          </a:p>
        </p:txBody>
      </p:sp>
      <p:pic>
        <p:nvPicPr>
          <p:cNvPr id="9" name="Afbeelding 8">
            <a:extLst>
              <a:ext uri="{FF2B5EF4-FFF2-40B4-BE49-F238E27FC236}">
                <a16:creationId xmlns:a16="http://schemas.microsoft.com/office/drawing/2014/main" id="{78AC0446-11A4-4386-9496-AAE6F51E470A}"/>
              </a:ext>
            </a:extLst>
          </p:cNvPr>
          <p:cNvPicPr>
            <a:picLocks noChangeAspect="1"/>
          </p:cNvPicPr>
          <p:nvPr/>
        </p:nvPicPr>
        <p:blipFill>
          <a:blip r:embed="rId2"/>
          <a:stretch>
            <a:fillRect/>
          </a:stretch>
        </p:blipFill>
        <p:spPr>
          <a:xfrm>
            <a:off x="6068387" y="2472248"/>
            <a:ext cx="5925613" cy="2409938"/>
          </a:xfrm>
          <a:prstGeom prst="rect">
            <a:avLst/>
          </a:prstGeom>
        </p:spPr>
      </p:pic>
    </p:spTree>
    <p:extLst>
      <p:ext uri="{BB962C8B-B14F-4D97-AF65-F5344CB8AC3E}">
        <p14:creationId xmlns:p14="http://schemas.microsoft.com/office/powerpoint/2010/main" val="1350693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46848A-F48C-42CD-B9CF-0563FB14D943}"/>
              </a:ext>
            </a:extLst>
          </p:cNvPr>
          <p:cNvSpPr>
            <a:spLocks noGrp="1"/>
          </p:cNvSpPr>
          <p:nvPr>
            <p:ph type="title"/>
          </p:nvPr>
        </p:nvSpPr>
        <p:spPr/>
        <p:txBody>
          <a:bodyPr/>
          <a:lstStyle/>
          <a:p>
            <a:r>
              <a:rPr lang="nl-BE" dirty="0" err="1"/>
              <a:t>Debian</a:t>
            </a:r>
            <a:r>
              <a:rPr lang="nl-BE" dirty="0"/>
              <a:t> - installatie</a:t>
            </a:r>
          </a:p>
        </p:txBody>
      </p:sp>
      <p:sp>
        <p:nvSpPr>
          <p:cNvPr id="3" name="Tijdelijke aanduiding voor tekst 2">
            <a:extLst>
              <a:ext uri="{FF2B5EF4-FFF2-40B4-BE49-F238E27FC236}">
                <a16:creationId xmlns:a16="http://schemas.microsoft.com/office/drawing/2014/main" id="{D937BB8F-EE17-4306-9C96-725CC0F4E6A4}"/>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7A63DD17-1626-4779-B8AA-4DEA231CB98D}"/>
              </a:ext>
            </a:extLst>
          </p:cNvPr>
          <p:cNvSpPr>
            <a:spLocks noGrp="1"/>
          </p:cNvSpPr>
          <p:nvPr>
            <p:ph type="body" sz="quarter" idx="11"/>
          </p:nvPr>
        </p:nvSpPr>
        <p:spPr/>
        <p:txBody>
          <a:bodyPr/>
          <a:lstStyle/>
          <a:p>
            <a:pPr marL="285750" indent="-285750">
              <a:buFont typeface="Wingdings" panose="05000000000000000000" pitchFamily="2" charset="2"/>
              <a:buChar char="Ø"/>
            </a:pPr>
            <a:r>
              <a:rPr lang="nl-BE" dirty="0" err="1"/>
              <a:t>Use</a:t>
            </a:r>
            <a:r>
              <a:rPr lang="nl-BE" dirty="0"/>
              <a:t> </a:t>
            </a:r>
            <a:r>
              <a:rPr lang="nl-BE" dirty="0" err="1"/>
              <a:t>network</a:t>
            </a:r>
            <a:r>
              <a:rPr lang="nl-BE" dirty="0"/>
              <a:t> </a:t>
            </a:r>
            <a:r>
              <a:rPr lang="nl-BE" dirty="0" err="1"/>
              <a:t>mirror</a:t>
            </a:r>
            <a:endParaRPr lang="nl-BE" dirty="0"/>
          </a:p>
          <a:p>
            <a:pPr marL="285750" indent="-285750">
              <a:buFont typeface="Wingdings" panose="05000000000000000000" pitchFamily="2" charset="2"/>
              <a:buChar char="Ø"/>
            </a:pPr>
            <a:r>
              <a:rPr lang="nl-BE" dirty="0"/>
              <a:t>Belgium</a:t>
            </a:r>
          </a:p>
          <a:p>
            <a:pPr marL="285750" indent="-285750">
              <a:buFont typeface="Wingdings" panose="05000000000000000000" pitchFamily="2" charset="2"/>
              <a:buChar char="Ø"/>
            </a:pPr>
            <a:r>
              <a:rPr lang="nl-BE" dirty="0"/>
              <a:t>Deb.debian.org</a:t>
            </a:r>
          </a:p>
          <a:p>
            <a:pPr marL="285750" indent="-285750">
              <a:buFont typeface="Wingdings" panose="05000000000000000000" pitchFamily="2" charset="2"/>
              <a:buChar char="Ø"/>
            </a:pPr>
            <a:r>
              <a:rPr lang="nl-BE" dirty="0"/>
              <a:t>Geen weblocatie</a:t>
            </a:r>
          </a:p>
          <a:p>
            <a:pPr marL="285750" indent="-285750">
              <a:buFont typeface="Wingdings" panose="05000000000000000000" pitchFamily="2" charset="2"/>
              <a:buChar char="Ø"/>
            </a:pPr>
            <a:r>
              <a:rPr lang="nl-BE" dirty="0"/>
              <a:t>GRUB installeren &gt; select drive</a:t>
            </a:r>
          </a:p>
          <a:p>
            <a:pPr marL="285750" indent="-285750">
              <a:buFont typeface="Wingdings" panose="05000000000000000000" pitchFamily="2" charset="2"/>
              <a:buChar char="Ø"/>
            </a:pPr>
            <a:r>
              <a:rPr lang="nl-BE" dirty="0"/>
              <a:t>Continue</a:t>
            </a:r>
          </a:p>
          <a:p>
            <a:pPr marL="285750" indent="-285750">
              <a:buFont typeface="Wingdings" panose="05000000000000000000" pitchFamily="2" charset="2"/>
              <a:buChar char="Ø"/>
            </a:pPr>
            <a:r>
              <a:rPr lang="nl-BE" dirty="0"/>
              <a:t>(Verwijder ISO image)</a:t>
            </a:r>
          </a:p>
        </p:txBody>
      </p:sp>
      <p:sp>
        <p:nvSpPr>
          <p:cNvPr id="5" name="Tijdelijke aanduiding voor tekst 4">
            <a:extLst>
              <a:ext uri="{FF2B5EF4-FFF2-40B4-BE49-F238E27FC236}">
                <a16:creationId xmlns:a16="http://schemas.microsoft.com/office/drawing/2014/main" id="{9519ED4B-54BC-4665-9193-D58B5B9BE29B}"/>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3450437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AD3603-6387-452E-A111-C838C09B4503}"/>
              </a:ext>
            </a:extLst>
          </p:cNvPr>
          <p:cNvSpPr>
            <a:spLocks noGrp="1"/>
          </p:cNvSpPr>
          <p:nvPr>
            <p:ph type="title"/>
          </p:nvPr>
        </p:nvSpPr>
        <p:spPr/>
        <p:txBody>
          <a:bodyPr/>
          <a:lstStyle/>
          <a:p>
            <a:r>
              <a:rPr lang="nl-BE" dirty="0" err="1"/>
              <a:t>Debian</a:t>
            </a:r>
            <a:r>
              <a:rPr lang="nl-BE" dirty="0"/>
              <a:t> rechten user</a:t>
            </a:r>
          </a:p>
        </p:txBody>
      </p:sp>
      <p:sp>
        <p:nvSpPr>
          <p:cNvPr id="3" name="Tijdelijke aanduiding voor tekst 2">
            <a:extLst>
              <a:ext uri="{FF2B5EF4-FFF2-40B4-BE49-F238E27FC236}">
                <a16:creationId xmlns:a16="http://schemas.microsoft.com/office/drawing/2014/main" id="{CE069B32-79C3-4AFA-A774-54B3FB24D9A9}"/>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93DF1CE6-A213-4CA5-9214-8E3B3246DDC6}"/>
              </a:ext>
            </a:extLst>
          </p:cNvPr>
          <p:cNvSpPr>
            <a:spLocks noGrp="1"/>
          </p:cNvSpPr>
          <p:nvPr>
            <p:ph type="body" sz="quarter" idx="11"/>
          </p:nvPr>
        </p:nvSpPr>
        <p:spPr/>
        <p:txBody>
          <a:bodyPr/>
          <a:lstStyle/>
          <a:p>
            <a:r>
              <a:rPr lang="nl-BE" dirty="0"/>
              <a:t>Momenteel ingelogd als gewone gebruiker </a:t>
            </a:r>
            <a:r>
              <a:rPr lang="nl-BE" dirty="0">
                <a:sym typeface="Wingdings" panose="05000000000000000000" pitchFamily="2" charset="2"/>
              </a:rPr>
              <a:t> inloggen als root</a:t>
            </a:r>
          </a:p>
          <a:p>
            <a:endParaRPr lang="nl-BE" dirty="0">
              <a:sym typeface="Wingdings" panose="05000000000000000000" pitchFamily="2" charset="2"/>
            </a:endParaRPr>
          </a:p>
          <a:p>
            <a:pPr marL="285750" indent="-285750">
              <a:buFont typeface="Wingdings" panose="05000000000000000000" pitchFamily="2" charset="2"/>
              <a:buChar char="Ø"/>
            </a:pPr>
            <a:r>
              <a:rPr lang="nl-BE" dirty="0">
                <a:sym typeface="Wingdings" panose="05000000000000000000" pitchFamily="2" charset="2"/>
              </a:rPr>
              <a:t>Open terminal (</a:t>
            </a:r>
            <a:r>
              <a:rPr lang="nl-BE" dirty="0" err="1">
                <a:sym typeface="Wingdings" panose="05000000000000000000" pitchFamily="2" charset="2"/>
              </a:rPr>
              <a:t>applications</a:t>
            </a:r>
            <a:r>
              <a:rPr lang="nl-BE" dirty="0">
                <a:sym typeface="Wingdings" panose="05000000000000000000" pitchFamily="2" charset="2"/>
              </a:rPr>
              <a:t> &gt; terminal emulator)</a:t>
            </a:r>
          </a:p>
          <a:p>
            <a:pPr marL="285750" indent="-285750">
              <a:buFont typeface="Wingdings" panose="05000000000000000000" pitchFamily="2" charset="2"/>
              <a:buChar char="Ø"/>
            </a:pPr>
            <a:r>
              <a:rPr lang="nl-BE" dirty="0" err="1">
                <a:sym typeface="Wingdings" panose="05000000000000000000" pitchFamily="2" charset="2"/>
              </a:rPr>
              <a:t>Su</a:t>
            </a:r>
            <a:r>
              <a:rPr lang="nl-BE" dirty="0">
                <a:sym typeface="Wingdings" panose="05000000000000000000" pitchFamily="2" charset="2"/>
              </a:rPr>
              <a:t> –</a:t>
            </a:r>
          </a:p>
          <a:p>
            <a:pPr marL="285750" indent="-285750">
              <a:buFont typeface="Wingdings" panose="05000000000000000000" pitchFamily="2" charset="2"/>
              <a:buChar char="Ø"/>
            </a:pPr>
            <a:r>
              <a:rPr lang="nl-BE" dirty="0">
                <a:sym typeface="Wingdings" panose="05000000000000000000" pitchFamily="2" charset="2"/>
              </a:rPr>
              <a:t>Root wachtwoord intypen (normaal dat er niets verschijnt)</a:t>
            </a:r>
          </a:p>
          <a:p>
            <a:pPr marL="285750" indent="-285750">
              <a:buFont typeface="Wingdings" panose="05000000000000000000" pitchFamily="2" charset="2"/>
              <a:buChar char="Ø"/>
            </a:pPr>
            <a:r>
              <a:rPr lang="nl-BE" dirty="0" err="1">
                <a:sym typeface="Wingdings" panose="05000000000000000000" pitchFamily="2" charset="2"/>
              </a:rPr>
              <a:t>Gpasswd</a:t>
            </a:r>
            <a:r>
              <a:rPr lang="nl-BE" dirty="0">
                <a:sym typeface="Wingdings" panose="05000000000000000000" pitchFamily="2" charset="2"/>
              </a:rPr>
              <a:t> –a student </a:t>
            </a:r>
            <a:r>
              <a:rPr lang="nl-BE" dirty="0" err="1">
                <a:sym typeface="Wingdings" panose="05000000000000000000" pitchFamily="2" charset="2"/>
              </a:rPr>
              <a:t>sudo</a:t>
            </a:r>
            <a:endParaRPr lang="nl-BE" dirty="0">
              <a:sym typeface="Wingdings" panose="05000000000000000000" pitchFamily="2" charset="2"/>
            </a:endParaRPr>
          </a:p>
          <a:p>
            <a:pPr marL="285750" indent="-285750">
              <a:buFont typeface="Wingdings" panose="05000000000000000000" pitchFamily="2" charset="2"/>
              <a:buChar char="Ø"/>
            </a:pPr>
            <a:r>
              <a:rPr lang="nl-BE" dirty="0">
                <a:sym typeface="Wingdings" panose="05000000000000000000" pitchFamily="2" charset="2"/>
              </a:rPr>
              <a:t>Exit </a:t>
            </a:r>
          </a:p>
          <a:p>
            <a:pPr marL="285750" indent="-285750">
              <a:buFont typeface="Wingdings" panose="05000000000000000000" pitchFamily="2" charset="2"/>
              <a:buChar char="Ø"/>
            </a:pPr>
            <a:r>
              <a:rPr lang="nl-BE" dirty="0">
                <a:sym typeface="Wingdings" panose="05000000000000000000" pitchFamily="2" charset="2"/>
              </a:rPr>
              <a:t>Uitloggen en opnieuw inloggen om instellingen toe te passen</a:t>
            </a:r>
            <a:endParaRPr lang="nl-BE" dirty="0"/>
          </a:p>
        </p:txBody>
      </p:sp>
      <p:sp>
        <p:nvSpPr>
          <p:cNvPr id="5" name="Tijdelijke aanduiding voor tekst 4">
            <a:extLst>
              <a:ext uri="{FF2B5EF4-FFF2-40B4-BE49-F238E27FC236}">
                <a16:creationId xmlns:a16="http://schemas.microsoft.com/office/drawing/2014/main" id="{D792D4DE-BD06-4305-9978-68D6DECD124C}"/>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2870222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092C4D8-4ECB-4712-81E2-7B2E03D3E545}"/>
              </a:ext>
            </a:extLst>
          </p:cNvPr>
          <p:cNvSpPr>
            <a:spLocks noGrp="1"/>
          </p:cNvSpPr>
          <p:nvPr>
            <p:ph type="title"/>
          </p:nvPr>
        </p:nvSpPr>
        <p:spPr/>
        <p:txBody>
          <a:bodyPr/>
          <a:lstStyle/>
          <a:p>
            <a:r>
              <a:rPr lang="nl-BE" dirty="0" err="1"/>
              <a:t>Debian</a:t>
            </a:r>
            <a:r>
              <a:rPr lang="nl-BE" dirty="0"/>
              <a:t> - instellen</a:t>
            </a:r>
          </a:p>
        </p:txBody>
      </p:sp>
      <p:sp>
        <p:nvSpPr>
          <p:cNvPr id="3" name="Tijdelijke aanduiding voor tekst 2">
            <a:extLst>
              <a:ext uri="{FF2B5EF4-FFF2-40B4-BE49-F238E27FC236}">
                <a16:creationId xmlns:a16="http://schemas.microsoft.com/office/drawing/2014/main" id="{180B81AF-3DB9-4F71-849A-A3A8AAE88959}"/>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013C10A6-CD3C-44A8-A231-D69E66F82233}"/>
              </a:ext>
            </a:extLst>
          </p:cNvPr>
          <p:cNvSpPr>
            <a:spLocks noGrp="1"/>
          </p:cNvSpPr>
          <p:nvPr>
            <p:ph type="body" sz="quarter" idx="11"/>
          </p:nvPr>
        </p:nvSpPr>
        <p:spPr/>
        <p:txBody>
          <a:bodyPr/>
          <a:lstStyle/>
          <a:p>
            <a:r>
              <a:rPr lang="nl-BE" dirty="0"/>
              <a:t>Zorgen dat updates op de juiste plaats opgehaald worden</a:t>
            </a:r>
          </a:p>
          <a:p>
            <a:endParaRPr lang="nl-BE" dirty="0"/>
          </a:p>
          <a:p>
            <a:pPr marL="285750" indent="-285750">
              <a:buFont typeface="Wingdings" panose="05000000000000000000" pitchFamily="2" charset="2"/>
              <a:buChar char="Ø"/>
            </a:pPr>
            <a:r>
              <a:rPr lang="nl-BE" dirty="0"/>
              <a:t>Cat /</a:t>
            </a:r>
            <a:r>
              <a:rPr lang="nl-BE" dirty="0" err="1"/>
              <a:t>etc</a:t>
            </a:r>
            <a:r>
              <a:rPr lang="nl-BE" dirty="0"/>
              <a:t>/</a:t>
            </a:r>
            <a:r>
              <a:rPr lang="nl-BE" dirty="0" err="1"/>
              <a:t>apt</a:t>
            </a:r>
            <a:r>
              <a:rPr lang="nl-BE" dirty="0"/>
              <a:t>/</a:t>
            </a:r>
            <a:r>
              <a:rPr lang="nl-BE" dirty="0" err="1"/>
              <a:t>sources.list</a:t>
            </a:r>
            <a:r>
              <a:rPr lang="nl-BE" dirty="0"/>
              <a:t> </a:t>
            </a:r>
          </a:p>
          <a:p>
            <a:pPr marL="285750" indent="-285750">
              <a:buFont typeface="Wingdings" panose="05000000000000000000" pitchFamily="2" charset="2"/>
              <a:buChar char="Ø"/>
            </a:pPr>
            <a:r>
              <a:rPr lang="nl-BE" dirty="0"/>
              <a:t>Testen of updates werken:	</a:t>
            </a:r>
          </a:p>
          <a:p>
            <a:pPr marL="552450" lvl="2" indent="-285750">
              <a:buFont typeface="Wingdings" panose="05000000000000000000" pitchFamily="2" charset="2"/>
              <a:buChar char="Ø"/>
            </a:pPr>
            <a:r>
              <a:rPr lang="nl-BE" dirty="0" err="1"/>
              <a:t>Sudo</a:t>
            </a:r>
            <a:r>
              <a:rPr lang="nl-BE" dirty="0"/>
              <a:t> </a:t>
            </a:r>
            <a:r>
              <a:rPr lang="nl-BE" dirty="0" err="1"/>
              <a:t>apt</a:t>
            </a:r>
            <a:r>
              <a:rPr lang="nl-BE" dirty="0"/>
              <a:t>-get update</a:t>
            </a:r>
          </a:p>
          <a:p>
            <a:pPr marL="285750" lvl="1" indent="-285750">
              <a:buFont typeface="Wingdings" panose="05000000000000000000" pitchFamily="2" charset="2"/>
              <a:buChar char="Ø"/>
            </a:pPr>
            <a:r>
              <a:rPr lang="nl-BE" b="0" dirty="0"/>
              <a:t>Updaten: </a:t>
            </a:r>
            <a:r>
              <a:rPr lang="nl-BE" b="0" dirty="0" err="1"/>
              <a:t>sudo</a:t>
            </a:r>
            <a:r>
              <a:rPr lang="nl-BE" b="0" dirty="0"/>
              <a:t> </a:t>
            </a:r>
            <a:r>
              <a:rPr lang="nl-BE" b="0" dirty="0" err="1"/>
              <a:t>apt</a:t>
            </a:r>
            <a:r>
              <a:rPr lang="nl-BE" b="0" dirty="0"/>
              <a:t>-get upgrade</a:t>
            </a:r>
          </a:p>
        </p:txBody>
      </p:sp>
      <p:sp>
        <p:nvSpPr>
          <p:cNvPr id="5" name="Tijdelijke aanduiding voor tekst 4">
            <a:extLst>
              <a:ext uri="{FF2B5EF4-FFF2-40B4-BE49-F238E27FC236}">
                <a16:creationId xmlns:a16="http://schemas.microsoft.com/office/drawing/2014/main" id="{A06E6D41-4E58-4E7E-9FAF-A0DCEC31E2F7}"/>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4099795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9445D0-5230-43A8-9806-3331359AB13A}"/>
              </a:ext>
            </a:extLst>
          </p:cNvPr>
          <p:cNvSpPr>
            <a:spLocks noGrp="1"/>
          </p:cNvSpPr>
          <p:nvPr>
            <p:ph type="title"/>
          </p:nvPr>
        </p:nvSpPr>
        <p:spPr/>
        <p:txBody>
          <a:bodyPr/>
          <a:lstStyle/>
          <a:p>
            <a:r>
              <a:rPr lang="nl-BE" dirty="0" err="1"/>
              <a:t>Debian</a:t>
            </a:r>
            <a:r>
              <a:rPr lang="nl-BE" dirty="0"/>
              <a:t> - instellen</a:t>
            </a:r>
          </a:p>
        </p:txBody>
      </p:sp>
      <p:sp>
        <p:nvSpPr>
          <p:cNvPr id="3" name="Tijdelijke aanduiding voor tekst 2">
            <a:extLst>
              <a:ext uri="{FF2B5EF4-FFF2-40B4-BE49-F238E27FC236}">
                <a16:creationId xmlns:a16="http://schemas.microsoft.com/office/drawing/2014/main" id="{EC9BDA08-7A84-4F05-ABB6-547E3493FA38}"/>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6DE3A731-4440-40C2-BDDB-A107D93D89CE}"/>
              </a:ext>
            </a:extLst>
          </p:cNvPr>
          <p:cNvSpPr>
            <a:spLocks noGrp="1"/>
          </p:cNvSpPr>
          <p:nvPr>
            <p:ph type="body" sz="quarter" idx="11"/>
          </p:nvPr>
        </p:nvSpPr>
        <p:spPr/>
        <p:txBody>
          <a:bodyPr>
            <a:normAutofit lnSpcReduction="10000"/>
          </a:bodyPr>
          <a:lstStyle/>
          <a:p>
            <a:r>
              <a:rPr lang="nl-BE" dirty="0"/>
              <a:t>Copy-paste in beide richtingen mogelijk maken:</a:t>
            </a:r>
          </a:p>
          <a:p>
            <a:pPr marL="285750" indent="-285750">
              <a:buFont typeface="Wingdings" panose="05000000000000000000" pitchFamily="2" charset="2"/>
              <a:buChar char="Ø"/>
            </a:pPr>
            <a:r>
              <a:rPr lang="nl-BE" dirty="0" err="1"/>
              <a:t>VirtualBox</a:t>
            </a:r>
            <a:r>
              <a:rPr lang="nl-BE" dirty="0"/>
              <a:t> </a:t>
            </a:r>
            <a:r>
              <a:rPr lang="nl-BE" dirty="0" err="1"/>
              <a:t>extensions</a:t>
            </a:r>
            <a:r>
              <a:rPr lang="nl-BE" dirty="0"/>
              <a:t> installeren </a:t>
            </a:r>
          </a:p>
          <a:p>
            <a:pPr marL="552450" lvl="2" indent="-285750">
              <a:buFont typeface="Wingdings" panose="05000000000000000000" pitchFamily="2" charset="2"/>
              <a:buChar char="Ø"/>
            </a:pPr>
            <a:r>
              <a:rPr lang="nl-BE" dirty="0">
                <a:hlinkClick r:id="rId2"/>
              </a:rPr>
              <a:t>https://www.virtualbox.org/wiki/Downloads</a:t>
            </a:r>
            <a:r>
              <a:rPr lang="nl-BE" dirty="0"/>
              <a:t> </a:t>
            </a:r>
          </a:p>
          <a:p>
            <a:pPr marL="552450" lvl="2" indent="-285750">
              <a:buFont typeface="Wingdings" panose="05000000000000000000" pitchFamily="2" charset="2"/>
              <a:buChar char="Ø"/>
            </a:pPr>
            <a:r>
              <a:rPr lang="nl-BE" dirty="0" err="1"/>
              <a:t>Virtualbox</a:t>
            </a:r>
            <a:r>
              <a:rPr lang="nl-BE" dirty="0"/>
              <a:t> Oracle VM </a:t>
            </a:r>
            <a:r>
              <a:rPr lang="nl-BE" dirty="0" err="1"/>
              <a:t>Virtualbox</a:t>
            </a:r>
            <a:r>
              <a:rPr lang="nl-BE" dirty="0"/>
              <a:t> Extension Pack</a:t>
            </a:r>
          </a:p>
          <a:p>
            <a:pPr marL="552450" lvl="2" indent="-285750">
              <a:buFont typeface="Wingdings" panose="05000000000000000000" pitchFamily="2" charset="2"/>
              <a:buChar char="Ø"/>
            </a:pPr>
            <a:r>
              <a:rPr lang="nl-BE" dirty="0" err="1"/>
              <a:t>All</a:t>
            </a:r>
            <a:r>
              <a:rPr lang="nl-BE" dirty="0"/>
              <a:t> </a:t>
            </a:r>
            <a:r>
              <a:rPr lang="nl-BE" dirty="0" err="1"/>
              <a:t>supported</a:t>
            </a:r>
            <a:r>
              <a:rPr lang="nl-BE" dirty="0"/>
              <a:t> platforms</a:t>
            </a:r>
          </a:p>
          <a:p>
            <a:pPr marL="285750" indent="-285750">
              <a:buFont typeface="Wingdings" panose="05000000000000000000" pitchFamily="2" charset="2"/>
              <a:buChar char="Ø"/>
            </a:pPr>
            <a:r>
              <a:rPr lang="nl-BE" dirty="0"/>
              <a:t>Toevoegen aan </a:t>
            </a:r>
            <a:r>
              <a:rPr lang="nl-BE" dirty="0" err="1"/>
              <a:t>virtualbox</a:t>
            </a:r>
            <a:r>
              <a:rPr lang="nl-BE" dirty="0"/>
              <a:t>:</a:t>
            </a:r>
          </a:p>
          <a:p>
            <a:pPr marL="552450" lvl="2" indent="-285750">
              <a:buFont typeface="Wingdings" panose="05000000000000000000" pitchFamily="2" charset="2"/>
              <a:buChar char="Ø"/>
            </a:pPr>
            <a:r>
              <a:rPr lang="nl-BE" dirty="0"/>
              <a:t>Bestand &gt; tools &gt; extension pack manager</a:t>
            </a:r>
          </a:p>
          <a:p>
            <a:pPr marL="552450" lvl="2" indent="-285750">
              <a:buFont typeface="Wingdings" panose="05000000000000000000" pitchFamily="2" charset="2"/>
              <a:buChar char="Ø"/>
            </a:pPr>
            <a:r>
              <a:rPr lang="nl-BE" dirty="0"/>
              <a:t>Toevoegen</a:t>
            </a:r>
          </a:p>
          <a:p>
            <a:pPr marL="552450" lvl="2" indent="-285750">
              <a:buFont typeface="Wingdings" panose="05000000000000000000" pitchFamily="2" charset="2"/>
              <a:buChar char="Ø"/>
            </a:pPr>
            <a:r>
              <a:rPr lang="nl-BE" dirty="0" err="1"/>
              <a:t>Virtualbox</a:t>
            </a:r>
            <a:r>
              <a:rPr lang="nl-BE" dirty="0"/>
              <a:t> extension pack selecteren</a:t>
            </a:r>
          </a:p>
          <a:p>
            <a:pPr marL="285750" indent="-285750">
              <a:buFont typeface="Wingdings" panose="05000000000000000000" pitchFamily="2" charset="2"/>
              <a:buChar char="Ø"/>
            </a:pPr>
            <a:r>
              <a:rPr lang="nl-BE" dirty="0" err="1"/>
              <a:t>Vbox</a:t>
            </a:r>
            <a:r>
              <a:rPr lang="nl-BE" dirty="0"/>
              <a:t> </a:t>
            </a:r>
            <a:r>
              <a:rPr lang="nl-BE" dirty="0" err="1"/>
              <a:t>Debian</a:t>
            </a:r>
            <a:r>
              <a:rPr lang="nl-BE" dirty="0"/>
              <a:t> </a:t>
            </a:r>
            <a:r>
              <a:rPr lang="nl-BE" dirty="0" err="1"/>
              <a:t>settings</a:t>
            </a:r>
            <a:r>
              <a:rPr lang="nl-BE" dirty="0"/>
              <a:t> &gt; </a:t>
            </a:r>
            <a:r>
              <a:rPr lang="nl-BE" dirty="0" err="1"/>
              <a:t>general</a:t>
            </a:r>
            <a:r>
              <a:rPr lang="nl-BE" dirty="0"/>
              <a:t> &gt; </a:t>
            </a:r>
            <a:r>
              <a:rPr lang="nl-BE" dirty="0" err="1"/>
              <a:t>advanced</a:t>
            </a:r>
            <a:r>
              <a:rPr lang="nl-BE" dirty="0"/>
              <a:t> &gt; shared clipboard &amp; </a:t>
            </a:r>
            <a:r>
              <a:rPr lang="nl-BE" dirty="0" err="1"/>
              <a:t>drag’n’drop</a:t>
            </a:r>
            <a:r>
              <a:rPr lang="nl-BE" dirty="0"/>
              <a:t> </a:t>
            </a:r>
            <a:r>
              <a:rPr lang="nl-BE" dirty="0" err="1"/>
              <a:t>bidirectioneel</a:t>
            </a:r>
            <a:endParaRPr lang="nl-BE" dirty="0"/>
          </a:p>
          <a:p>
            <a:pPr marL="285750" indent="-285750">
              <a:buFont typeface="Wingdings" panose="05000000000000000000" pitchFamily="2" charset="2"/>
              <a:buChar char="Ø"/>
            </a:pPr>
            <a:r>
              <a:rPr lang="nl-BE" dirty="0"/>
              <a:t>Machine heropstarten</a:t>
            </a:r>
          </a:p>
          <a:p>
            <a:pPr marL="285750" indent="-285750">
              <a:buFont typeface="Wingdings" panose="05000000000000000000" pitchFamily="2" charset="2"/>
              <a:buChar char="Ø"/>
            </a:pPr>
            <a:endParaRPr lang="nl-BE" dirty="0"/>
          </a:p>
        </p:txBody>
      </p:sp>
      <p:sp>
        <p:nvSpPr>
          <p:cNvPr id="5" name="Tijdelijke aanduiding voor tekst 4">
            <a:extLst>
              <a:ext uri="{FF2B5EF4-FFF2-40B4-BE49-F238E27FC236}">
                <a16:creationId xmlns:a16="http://schemas.microsoft.com/office/drawing/2014/main" id="{4488FB00-28AE-410E-A88D-A6538EA96F61}"/>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3949709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3CB4BE-4ADD-4C5D-B927-68B413296D7D}"/>
              </a:ext>
            </a:extLst>
          </p:cNvPr>
          <p:cNvSpPr>
            <a:spLocks noGrp="1"/>
          </p:cNvSpPr>
          <p:nvPr>
            <p:ph type="title"/>
          </p:nvPr>
        </p:nvSpPr>
        <p:spPr/>
        <p:txBody>
          <a:bodyPr/>
          <a:lstStyle/>
          <a:p>
            <a:r>
              <a:rPr lang="nl-BE" dirty="0" err="1"/>
              <a:t>Debian</a:t>
            </a:r>
            <a:r>
              <a:rPr lang="nl-BE" dirty="0"/>
              <a:t> – instellen </a:t>
            </a:r>
          </a:p>
        </p:txBody>
      </p:sp>
      <p:sp>
        <p:nvSpPr>
          <p:cNvPr id="3" name="Tijdelijke aanduiding voor tekst 2">
            <a:extLst>
              <a:ext uri="{FF2B5EF4-FFF2-40B4-BE49-F238E27FC236}">
                <a16:creationId xmlns:a16="http://schemas.microsoft.com/office/drawing/2014/main" id="{30C2863C-6994-4DA6-9139-EB9F73AF4EE2}"/>
              </a:ext>
            </a:extLst>
          </p:cNvPr>
          <p:cNvSpPr>
            <a:spLocks noGrp="1"/>
          </p:cNvSpPr>
          <p:nvPr>
            <p:ph type="body" sz="quarter" idx="10"/>
          </p:nvPr>
        </p:nvSpPr>
        <p:spPr/>
        <p:txBody>
          <a:bodyPr>
            <a:normAutofit fontScale="92500" lnSpcReduction="10000"/>
          </a:bodyPr>
          <a:lstStyle/>
          <a:p>
            <a:endParaRPr lang="nl-BE" dirty="0"/>
          </a:p>
        </p:txBody>
      </p:sp>
      <p:sp>
        <p:nvSpPr>
          <p:cNvPr id="4" name="Tijdelijke aanduiding voor tekst 3">
            <a:extLst>
              <a:ext uri="{FF2B5EF4-FFF2-40B4-BE49-F238E27FC236}">
                <a16:creationId xmlns:a16="http://schemas.microsoft.com/office/drawing/2014/main" id="{ACA2EB2D-C1F3-4C93-B0FB-9178BF49225A}"/>
              </a:ext>
            </a:extLst>
          </p:cNvPr>
          <p:cNvSpPr>
            <a:spLocks noGrp="1"/>
          </p:cNvSpPr>
          <p:nvPr>
            <p:ph type="body" sz="quarter" idx="11"/>
          </p:nvPr>
        </p:nvSpPr>
        <p:spPr/>
        <p:txBody>
          <a:bodyPr>
            <a:normAutofit/>
          </a:bodyPr>
          <a:lstStyle/>
          <a:p>
            <a:r>
              <a:rPr lang="nl-BE" dirty="0"/>
              <a:t>Vervolg vorige slide</a:t>
            </a:r>
          </a:p>
          <a:p>
            <a:endParaRPr lang="nl-BE" dirty="0"/>
          </a:p>
          <a:p>
            <a:r>
              <a:rPr lang="nl-BE" dirty="0"/>
              <a:t>Na opnieuw opstarten:</a:t>
            </a:r>
          </a:p>
          <a:p>
            <a:pPr marL="285750" indent="-285750">
              <a:buFont typeface="Wingdings" panose="05000000000000000000" pitchFamily="2" charset="2"/>
              <a:buChar char="Ø"/>
            </a:pPr>
            <a:r>
              <a:rPr lang="nl-BE" dirty="0"/>
              <a:t>Bovenaan in </a:t>
            </a:r>
            <a:r>
              <a:rPr lang="nl-BE" dirty="0" err="1"/>
              <a:t>vbox</a:t>
            </a:r>
            <a:r>
              <a:rPr lang="nl-BE" dirty="0"/>
              <a:t> balk ‘</a:t>
            </a:r>
            <a:r>
              <a:rPr lang="nl-BE" dirty="0" err="1"/>
              <a:t>Devices</a:t>
            </a:r>
            <a:r>
              <a:rPr lang="nl-BE" dirty="0"/>
              <a:t>’ &gt; </a:t>
            </a:r>
            <a:r>
              <a:rPr lang="nl-BE" dirty="0" err="1"/>
              <a:t>Insert</a:t>
            </a:r>
            <a:r>
              <a:rPr lang="nl-BE" dirty="0"/>
              <a:t> </a:t>
            </a:r>
            <a:r>
              <a:rPr lang="nl-BE" dirty="0" err="1"/>
              <a:t>guest</a:t>
            </a:r>
            <a:r>
              <a:rPr lang="nl-BE" dirty="0"/>
              <a:t> </a:t>
            </a:r>
            <a:r>
              <a:rPr lang="nl-BE" dirty="0" err="1"/>
              <a:t>additions</a:t>
            </a:r>
            <a:r>
              <a:rPr lang="nl-BE" dirty="0"/>
              <a:t> CD</a:t>
            </a:r>
          </a:p>
          <a:p>
            <a:pPr marL="285750" indent="-285750">
              <a:buFont typeface="Wingdings" panose="05000000000000000000" pitchFamily="2" charset="2"/>
              <a:buChar char="Ø"/>
            </a:pPr>
            <a:r>
              <a:rPr lang="nl-BE" dirty="0"/>
              <a:t>Open CD in </a:t>
            </a:r>
            <a:r>
              <a:rPr lang="nl-BE" dirty="0" err="1"/>
              <a:t>Debian</a:t>
            </a:r>
            <a:endParaRPr lang="nl-BE" dirty="0"/>
          </a:p>
          <a:p>
            <a:pPr marL="285750" indent="-285750">
              <a:buFont typeface="Wingdings" panose="05000000000000000000" pitchFamily="2" charset="2"/>
              <a:buChar char="Ø"/>
            </a:pPr>
            <a:r>
              <a:rPr lang="nl-BE" dirty="0"/>
              <a:t>Rechtsklikken binnen CD en ‘Open Terminal here’</a:t>
            </a:r>
          </a:p>
          <a:p>
            <a:pPr marL="285750" indent="-285750">
              <a:buFont typeface="Wingdings" panose="05000000000000000000" pitchFamily="2" charset="2"/>
              <a:buChar char="Ø"/>
            </a:pPr>
            <a:r>
              <a:rPr lang="nl-BE" dirty="0" err="1"/>
              <a:t>Sudo</a:t>
            </a:r>
            <a:r>
              <a:rPr lang="nl-BE" dirty="0"/>
              <a:t> sh ./</a:t>
            </a:r>
            <a:r>
              <a:rPr lang="nl-BE" dirty="0" err="1"/>
              <a:t>VBoxLinuxAdditions.run</a:t>
            </a:r>
            <a:endParaRPr lang="nl-BE" dirty="0"/>
          </a:p>
          <a:p>
            <a:pPr marL="285750" indent="-285750">
              <a:buFont typeface="Wingdings" panose="05000000000000000000" pitchFamily="2" charset="2"/>
              <a:buChar char="Ø"/>
            </a:pPr>
            <a:r>
              <a:rPr lang="nl-BE" dirty="0"/>
              <a:t>Opnieuw opstarten</a:t>
            </a:r>
          </a:p>
          <a:p>
            <a:pPr marL="285750" indent="-285750">
              <a:buFont typeface="Wingdings" panose="05000000000000000000" pitchFamily="2" charset="2"/>
              <a:buChar char="Ø"/>
            </a:pPr>
            <a:r>
              <a:rPr lang="nl-BE" dirty="0" err="1"/>
              <a:t>Vbox</a:t>
            </a:r>
            <a:r>
              <a:rPr lang="nl-BE" dirty="0"/>
              <a:t> balk &gt; </a:t>
            </a:r>
            <a:r>
              <a:rPr lang="nl-BE" dirty="0" err="1"/>
              <a:t>devices</a:t>
            </a:r>
            <a:r>
              <a:rPr lang="nl-BE" dirty="0"/>
              <a:t> &gt; shared clipboard &gt; </a:t>
            </a:r>
            <a:r>
              <a:rPr lang="nl-BE" dirty="0" err="1"/>
              <a:t>bidirectional</a:t>
            </a:r>
            <a:endParaRPr lang="nl-BE" dirty="0"/>
          </a:p>
        </p:txBody>
      </p:sp>
      <p:sp>
        <p:nvSpPr>
          <p:cNvPr id="5" name="Tijdelijke aanduiding voor tekst 4">
            <a:extLst>
              <a:ext uri="{FF2B5EF4-FFF2-40B4-BE49-F238E27FC236}">
                <a16:creationId xmlns:a16="http://schemas.microsoft.com/office/drawing/2014/main" id="{2370FA86-055D-4EE7-9960-E3BD7EB16877}"/>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1809635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E6D892-11B7-4B17-B281-3B0B1508D90D}"/>
              </a:ext>
            </a:extLst>
          </p:cNvPr>
          <p:cNvSpPr>
            <a:spLocks noGrp="1"/>
          </p:cNvSpPr>
          <p:nvPr>
            <p:ph type="title"/>
          </p:nvPr>
        </p:nvSpPr>
        <p:spPr/>
        <p:txBody>
          <a:bodyPr/>
          <a:lstStyle/>
          <a:p>
            <a:r>
              <a:rPr lang="nl-BE" dirty="0" err="1"/>
              <a:t>Debian</a:t>
            </a:r>
            <a:r>
              <a:rPr lang="nl-BE" dirty="0"/>
              <a:t> installeren</a:t>
            </a:r>
          </a:p>
        </p:txBody>
      </p:sp>
      <p:sp>
        <p:nvSpPr>
          <p:cNvPr id="3" name="Tijdelijke aanduiding voor tekst 2">
            <a:extLst>
              <a:ext uri="{FF2B5EF4-FFF2-40B4-BE49-F238E27FC236}">
                <a16:creationId xmlns:a16="http://schemas.microsoft.com/office/drawing/2014/main" id="{77A66D02-30AB-4FB5-9413-F03EAC29F7F5}"/>
              </a:ext>
            </a:extLst>
          </p:cNvPr>
          <p:cNvSpPr>
            <a:spLocks noGrp="1"/>
          </p:cNvSpPr>
          <p:nvPr>
            <p:ph type="body" sz="quarter" idx="10"/>
          </p:nvPr>
        </p:nvSpPr>
        <p:spPr/>
        <p:txBody>
          <a:bodyPr>
            <a:normAutofit fontScale="92500" lnSpcReduction="10000"/>
          </a:bodyPr>
          <a:lstStyle/>
          <a:p>
            <a:endParaRPr lang="nl-BE"/>
          </a:p>
        </p:txBody>
      </p:sp>
      <p:sp>
        <p:nvSpPr>
          <p:cNvPr id="4" name="Tijdelijke aanduiding voor tekst 3">
            <a:extLst>
              <a:ext uri="{FF2B5EF4-FFF2-40B4-BE49-F238E27FC236}">
                <a16:creationId xmlns:a16="http://schemas.microsoft.com/office/drawing/2014/main" id="{52A2C7A7-98CF-4AE5-87A1-82F1F33DD4F5}"/>
              </a:ext>
            </a:extLst>
          </p:cNvPr>
          <p:cNvSpPr>
            <a:spLocks noGrp="1"/>
          </p:cNvSpPr>
          <p:nvPr>
            <p:ph type="body" sz="quarter" idx="11"/>
          </p:nvPr>
        </p:nvSpPr>
        <p:spPr/>
        <p:txBody>
          <a:bodyPr/>
          <a:lstStyle/>
          <a:p>
            <a:r>
              <a:rPr lang="nl-BE" dirty="0"/>
              <a:t>Snapshot maken ‘Clean </a:t>
            </a:r>
            <a:r>
              <a:rPr lang="nl-BE" dirty="0" err="1"/>
              <a:t>install</a:t>
            </a:r>
            <a:r>
              <a:rPr lang="nl-BE" dirty="0"/>
              <a:t>’</a:t>
            </a:r>
          </a:p>
        </p:txBody>
      </p:sp>
      <p:sp>
        <p:nvSpPr>
          <p:cNvPr id="5" name="Tijdelijke aanduiding voor tekst 4">
            <a:extLst>
              <a:ext uri="{FF2B5EF4-FFF2-40B4-BE49-F238E27FC236}">
                <a16:creationId xmlns:a16="http://schemas.microsoft.com/office/drawing/2014/main" id="{3214C98D-0CEA-4A9F-A7D7-8241B279CDBF}"/>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73271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33F102F-C4DD-B081-8F77-067599056C29}"/>
              </a:ext>
            </a:extLst>
          </p:cNvPr>
          <p:cNvSpPr>
            <a:spLocks noGrp="1"/>
          </p:cNvSpPr>
          <p:nvPr>
            <p:ph type="pic" sz="quarter" idx="14"/>
          </p:nvPr>
        </p:nvSpPr>
        <p:spPr/>
        <p:txBody>
          <a:bodyPr/>
          <a:lstStyle/>
          <a:p>
            <a:endParaRPr lang="en-BE"/>
          </a:p>
        </p:txBody>
      </p:sp>
      <p:sp>
        <p:nvSpPr>
          <p:cNvPr id="3" name="Title 2">
            <a:extLst>
              <a:ext uri="{FF2B5EF4-FFF2-40B4-BE49-F238E27FC236}">
                <a16:creationId xmlns:a16="http://schemas.microsoft.com/office/drawing/2014/main" id="{02F15027-494E-A20B-CB00-8BB567B95B53}"/>
              </a:ext>
            </a:extLst>
          </p:cNvPr>
          <p:cNvSpPr>
            <a:spLocks noGrp="1"/>
          </p:cNvSpPr>
          <p:nvPr>
            <p:ph type="title"/>
          </p:nvPr>
        </p:nvSpPr>
        <p:spPr/>
        <p:txBody>
          <a:bodyPr/>
          <a:lstStyle/>
          <a:p>
            <a:r>
              <a:rPr lang="en-GB" dirty="0" err="1"/>
              <a:t>Bestandshiërarchie</a:t>
            </a:r>
            <a:endParaRPr lang="en-BE" dirty="0"/>
          </a:p>
        </p:txBody>
      </p:sp>
      <p:sp>
        <p:nvSpPr>
          <p:cNvPr id="4" name="Text Placeholder 3">
            <a:extLst>
              <a:ext uri="{FF2B5EF4-FFF2-40B4-BE49-F238E27FC236}">
                <a16:creationId xmlns:a16="http://schemas.microsoft.com/office/drawing/2014/main" id="{458DDC40-4C05-CBA5-F290-F39DA4DAFDBB}"/>
              </a:ext>
            </a:extLst>
          </p:cNvPr>
          <p:cNvSpPr>
            <a:spLocks noGrp="1"/>
          </p:cNvSpPr>
          <p:nvPr>
            <p:ph type="body" sz="quarter" idx="10"/>
          </p:nvPr>
        </p:nvSpPr>
        <p:spPr/>
        <p:txBody>
          <a:bodyPr>
            <a:normAutofit fontScale="92500" lnSpcReduction="10000"/>
          </a:bodyPr>
          <a:lstStyle/>
          <a:p>
            <a:endParaRPr lang="en-BE"/>
          </a:p>
        </p:txBody>
      </p:sp>
      <p:sp>
        <p:nvSpPr>
          <p:cNvPr id="5" name="Text Placeholder 4">
            <a:extLst>
              <a:ext uri="{FF2B5EF4-FFF2-40B4-BE49-F238E27FC236}">
                <a16:creationId xmlns:a16="http://schemas.microsoft.com/office/drawing/2014/main" id="{B5DEF501-684F-26CC-619B-8573E22ECF68}"/>
              </a:ext>
            </a:extLst>
          </p:cNvPr>
          <p:cNvSpPr>
            <a:spLocks noGrp="1"/>
          </p:cNvSpPr>
          <p:nvPr>
            <p:ph type="body" sz="quarter" idx="15"/>
          </p:nvPr>
        </p:nvSpPr>
        <p:spPr/>
        <p:txBody>
          <a:bodyPr/>
          <a:lstStyle/>
          <a:p>
            <a:endParaRPr lang="en-BE"/>
          </a:p>
        </p:txBody>
      </p:sp>
    </p:spTree>
    <p:extLst>
      <p:ext uri="{BB962C8B-B14F-4D97-AF65-F5344CB8AC3E}">
        <p14:creationId xmlns:p14="http://schemas.microsoft.com/office/powerpoint/2010/main" val="2483622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4232C5-C330-28A9-F8C5-C7593457C379}"/>
              </a:ext>
            </a:extLst>
          </p:cNvPr>
          <p:cNvSpPr>
            <a:spLocks noGrp="1"/>
          </p:cNvSpPr>
          <p:nvPr>
            <p:ph type="title"/>
          </p:nvPr>
        </p:nvSpPr>
        <p:spPr/>
        <p:txBody>
          <a:bodyPr/>
          <a:lstStyle/>
          <a:p>
            <a:r>
              <a:rPr lang="en-GB" dirty="0" err="1"/>
              <a:t>Bestandshiërarchie</a:t>
            </a:r>
            <a:endParaRPr lang="en-BE" dirty="0"/>
          </a:p>
        </p:txBody>
      </p:sp>
      <p:sp>
        <p:nvSpPr>
          <p:cNvPr id="7" name="Text Placeholder 6">
            <a:extLst>
              <a:ext uri="{FF2B5EF4-FFF2-40B4-BE49-F238E27FC236}">
                <a16:creationId xmlns:a16="http://schemas.microsoft.com/office/drawing/2014/main" id="{6E016A87-EA77-0E5F-802D-F17ECEA154A6}"/>
              </a:ext>
            </a:extLst>
          </p:cNvPr>
          <p:cNvSpPr>
            <a:spLocks noGrp="1"/>
          </p:cNvSpPr>
          <p:nvPr>
            <p:ph type="body" sz="quarter" idx="10"/>
          </p:nvPr>
        </p:nvSpPr>
        <p:spPr/>
        <p:txBody>
          <a:bodyPr>
            <a:normAutofit fontScale="92500" lnSpcReduction="10000"/>
          </a:bodyPr>
          <a:lstStyle/>
          <a:p>
            <a:endParaRPr lang="en-BE"/>
          </a:p>
        </p:txBody>
      </p:sp>
      <p:sp>
        <p:nvSpPr>
          <p:cNvPr id="8" name="Text Placeholder 7">
            <a:extLst>
              <a:ext uri="{FF2B5EF4-FFF2-40B4-BE49-F238E27FC236}">
                <a16:creationId xmlns:a16="http://schemas.microsoft.com/office/drawing/2014/main" id="{269C1F57-453E-7F3A-621C-BEBE394AA694}"/>
              </a:ext>
            </a:extLst>
          </p:cNvPr>
          <p:cNvSpPr>
            <a:spLocks noGrp="1"/>
          </p:cNvSpPr>
          <p:nvPr>
            <p:ph type="body" sz="quarter" idx="11"/>
          </p:nvPr>
        </p:nvSpPr>
        <p:spPr/>
        <p:txBody>
          <a:bodyPr/>
          <a:lstStyle/>
          <a:p>
            <a:r>
              <a:rPr lang="nl-NL" dirty="0"/>
              <a:t>Bij het inloggen kom je automatisch terecht in je thuismap (/home/gebruikersnaam).Deze bevindt zich onder de </a:t>
            </a:r>
            <a:r>
              <a:rPr lang="nl-NL" dirty="0" err="1"/>
              <a:t>rootmap</a:t>
            </a:r>
            <a:r>
              <a:rPr lang="nl-NL" dirty="0"/>
              <a:t> (/), het beginpunt van alle bestanden.</a:t>
            </a:r>
          </a:p>
          <a:p>
            <a:r>
              <a:rPr lang="nl-NL" dirty="0"/>
              <a:t>Linux gebruikt een hiërarchisch bestandssysteem – vergelijkbaar met dat van Windows.</a:t>
            </a:r>
          </a:p>
          <a:p>
            <a:r>
              <a:rPr lang="nl-NL" dirty="0"/>
              <a:t>De bovenste map heet root en wordt weergegeven als /.</a:t>
            </a:r>
          </a:p>
          <a:p>
            <a:r>
              <a:rPr lang="nl-NL" dirty="0"/>
              <a:t>In Windows is de </a:t>
            </a:r>
            <a:r>
              <a:rPr lang="nl-NL" dirty="0" err="1"/>
              <a:t>rootmap</a:t>
            </a:r>
            <a:r>
              <a:rPr lang="nl-NL" dirty="0"/>
              <a:t> meestal een </a:t>
            </a:r>
            <a:r>
              <a:rPr lang="nl-NL" dirty="0" err="1"/>
              <a:t>stationletter</a:t>
            </a:r>
            <a:r>
              <a:rPr lang="nl-NL" dirty="0"/>
              <a:t> zoals C: of D:</a:t>
            </a:r>
          </a:p>
          <a:p>
            <a:r>
              <a:rPr lang="nl-NL" dirty="0"/>
              <a:t>In tegenstelling tot Windows heeft Linux slechts één </a:t>
            </a:r>
            <a:r>
              <a:rPr lang="nl-NL" dirty="0" err="1"/>
              <a:t>rootmap</a:t>
            </a:r>
            <a:r>
              <a:rPr lang="nl-NL" dirty="0"/>
              <a:t> (/). Alles daaronder zijn </a:t>
            </a:r>
            <a:r>
              <a:rPr lang="nl-NL" dirty="0" err="1"/>
              <a:t>submappen</a:t>
            </a:r>
            <a:r>
              <a:rPr lang="nl-NL" dirty="0"/>
              <a:t>.</a:t>
            </a:r>
            <a:endParaRPr lang="en-BE" dirty="0"/>
          </a:p>
        </p:txBody>
      </p:sp>
      <p:sp>
        <p:nvSpPr>
          <p:cNvPr id="9" name="Text Placeholder 8">
            <a:extLst>
              <a:ext uri="{FF2B5EF4-FFF2-40B4-BE49-F238E27FC236}">
                <a16:creationId xmlns:a16="http://schemas.microsoft.com/office/drawing/2014/main" id="{EB0066DB-4F8C-E859-B4C7-BBB9DA84B108}"/>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1633110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0F518-EC1B-9AF5-99D5-F9B73F22BDC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AD1364E-C85B-95EC-AE47-D16089C4DB6B}"/>
              </a:ext>
            </a:extLst>
          </p:cNvPr>
          <p:cNvSpPr>
            <a:spLocks noGrp="1"/>
          </p:cNvSpPr>
          <p:nvPr>
            <p:ph type="title"/>
          </p:nvPr>
        </p:nvSpPr>
        <p:spPr/>
        <p:txBody>
          <a:bodyPr/>
          <a:lstStyle/>
          <a:p>
            <a:r>
              <a:rPr lang="en-GB" dirty="0" err="1"/>
              <a:t>Bestandshiërarchie</a:t>
            </a:r>
            <a:endParaRPr lang="en-BE" dirty="0"/>
          </a:p>
        </p:txBody>
      </p:sp>
      <p:sp>
        <p:nvSpPr>
          <p:cNvPr id="7" name="Text Placeholder 6">
            <a:extLst>
              <a:ext uri="{FF2B5EF4-FFF2-40B4-BE49-F238E27FC236}">
                <a16:creationId xmlns:a16="http://schemas.microsoft.com/office/drawing/2014/main" id="{B7A84E76-7FFD-760F-4F4F-184C3F504648}"/>
              </a:ext>
            </a:extLst>
          </p:cNvPr>
          <p:cNvSpPr>
            <a:spLocks noGrp="1"/>
          </p:cNvSpPr>
          <p:nvPr>
            <p:ph type="body" sz="quarter" idx="10"/>
          </p:nvPr>
        </p:nvSpPr>
        <p:spPr/>
        <p:txBody>
          <a:bodyPr>
            <a:normAutofit fontScale="92500" lnSpcReduction="10000"/>
          </a:bodyPr>
          <a:lstStyle/>
          <a:p>
            <a:endParaRPr lang="en-BE"/>
          </a:p>
        </p:txBody>
      </p:sp>
      <p:sp>
        <p:nvSpPr>
          <p:cNvPr id="8" name="Text Placeholder 7">
            <a:extLst>
              <a:ext uri="{FF2B5EF4-FFF2-40B4-BE49-F238E27FC236}">
                <a16:creationId xmlns:a16="http://schemas.microsoft.com/office/drawing/2014/main" id="{215A4144-06D6-DCF5-FD01-0BB740C6171F}"/>
              </a:ext>
            </a:extLst>
          </p:cNvPr>
          <p:cNvSpPr>
            <a:spLocks noGrp="1"/>
          </p:cNvSpPr>
          <p:nvPr>
            <p:ph type="body" sz="quarter" idx="11"/>
          </p:nvPr>
        </p:nvSpPr>
        <p:spPr/>
        <p:txBody>
          <a:bodyPr/>
          <a:lstStyle/>
          <a:p>
            <a:r>
              <a:rPr lang="nl-NL" dirty="0"/>
              <a:t>Onder de </a:t>
            </a:r>
            <a:r>
              <a:rPr lang="nl-NL" dirty="0" err="1"/>
              <a:t>rootmap</a:t>
            </a:r>
            <a:r>
              <a:rPr lang="nl-NL" dirty="0"/>
              <a:t> / vind je alleen mappen, geen losse bestanden.</a:t>
            </a:r>
          </a:p>
          <a:p>
            <a:r>
              <a:rPr lang="nl-NL" dirty="0"/>
              <a:t>!Sommige Linuxdistributies plaatsen in / wel een paar symbolische links. (Een symbolische link is een soort snelkoppeling naar een ander bestand of map) </a:t>
            </a:r>
          </a:p>
          <a:p>
            <a:r>
              <a:rPr lang="nl-NL" dirty="0"/>
              <a:t>!In Linux worden alle bestanden bewaard in mappen, dus nergens “los” op het systeem.</a:t>
            </a:r>
            <a:endParaRPr lang="en-BE" dirty="0"/>
          </a:p>
        </p:txBody>
      </p:sp>
      <p:sp>
        <p:nvSpPr>
          <p:cNvPr id="9" name="Text Placeholder 8">
            <a:extLst>
              <a:ext uri="{FF2B5EF4-FFF2-40B4-BE49-F238E27FC236}">
                <a16:creationId xmlns:a16="http://schemas.microsoft.com/office/drawing/2014/main" id="{6482A6D1-D3E5-B3A8-953A-D74517F599E4}"/>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181464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dia Placeholder 1">
            <a:extLst>
              <a:ext uri="{FF2B5EF4-FFF2-40B4-BE49-F238E27FC236}">
                <a16:creationId xmlns:a16="http://schemas.microsoft.com/office/drawing/2014/main" id="{60AAF023-348C-47EC-F330-CEE6A673EDDF}"/>
              </a:ext>
            </a:extLst>
          </p:cNvPr>
          <p:cNvSpPr>
            <a:spLocks noGrp="1"/>
          </p:cNvSpPr>
          <p:nvPr>
            <p:ph type="media" sz="quarter" idx="10"/>
          </p:nvPr>
        </p:nvSpPr>
        <p:spPr/>
        <p:txBody>
          <a:bodyPr/>
          <a:lstStyle/>
          <a:p>
            <a:endParaRPr lang="en-BE"/>
          </a:p>
        </p:txBody>
      </p:sp>
      <p:pic>
        <p:nvPicPr>
          <p:cNvPr id="3074" name="Picture 2" descr="r/linux - The File System Hierarchy Standard visualized or: &quot;What are the directories in / for?&quot;">
            <a:hlinkClick r:id="rId2"/>
            <a:extLst>
              <a:ext uri="{FF2B5EF4-FFF2-40B4-BE49-F238E27FC236}">
                <a16:creationId xmlns:a16="http://schemas.microsoft.com/office/drawing/2014/main" id="{D7CDC261-8D68-1913-9CE5-BC176D4E4B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61988"/>
            <a:ext cx="12192000" cy="553243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1018E33-3209-3692-78F9-BE3E07830AC3}"/>
              </a:ext>
            </a:extLst>
          </p:cNvPr>
          <p:cNvSpPr txBox="1"/>
          <p:nvPr/>
        </p:nvSpPr>
        <p:spPr>
          <a:xfrm>
            <a:off x="134471" y="6364941"/>
            <a:ext cx="11241741" cy="369332"/>
          </a:xfrm>
          <a:prstGeom prst="rect">
            <a:avLst/>
          </a:prstGeom>
          <a:noFill/>
        </p:spPr>
        <p:txBody>
          <a:bodyPr wrap="square" rtlCol="0">
            <a:spAutoFit/>
          </a:bodyPr>
          <a:lstStyle/>
          <a:p>
            <a:r>
              <a:rPr lang="en-GB" dirty="0"/>
              <a:t>Bron: https://www.reddit.com/r/linux/comments/8kt99k/the_file_system_hierarchy_standard_visualized_or/</a:t>
            </a:r>
            <a:endParaRPr lang="en-BE" dirty="0"/>
          </a:p>
        </p:txBody>
      </p:sp>
    </p:spTree>
    <p:extLst>
      <p:ext uri="{BB962C8B-B14F-4D97-AF65-F5344CB8AC3E}">
        <p14:creationId xmlns:p14="http://schemas.microsoft.com/office/powerpoint/2010/main" val="1558321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0A500C-9EBB-11ED-AC09-FB74DE4A0830}"/>
              </a:ext>
            </a:extLst>
          </p:cNvPr>
          <p:cNvSpPr>
            <a:spLocks noGrp="1"/>
          </p:cNvSpPr>
          <p:nvPr>
            <p:ph type="title"/>
          </p:nvPr>
        </p:nvSpPr>
        <p:spPr/>
        <p:txBody>
          <a:bodyPr/>
          <a:lstStyle/>
          <a:p>
            <a:r>
              <a:rPr lang="nl-NL" dirty="0"/>
              <a:t>Beveiliging van systeembestanden</a:t>
            </a:r>
            <a:endParaRPr lang="en-BE" dirty="0"/>
          </a:p>
        </p:txBody>
      </p:sp>
      <p:sp>
        <p:nvSpPr>
          <p:cNvPr id="4" name="Text Placeholder 3">
            <a:extLst>
              <a:ext uri="{FF2B5EF4-FFF2-40B4-BE49-F238E27FC236}">
                <a16:creationId xmlns:a16="http://schemas.microsoft.com/office/drawing/2014/main" id="{8FAB203E-00F4-DC5B-3957-5511D2279E9E}"/>
              </a:ext>
            </a:extLst>
          </p:cNvPr>
          <p:cNvSpPr>
            <a:spLocks noGrp="1"/>
          </p:cNvSpPr>
          <p:nvPr>
            <p:ph type="body" sz="quarter" idx="10"/>
          </p:nvPr>
        </p:nvSpPr>
        <p:spPr/>
        <p:txBody>
          <a:bodyPr>
            <a:normAutofit fontScale="92500" lnSpcReduction="10000"/>
          </a:bodyPr>
          <a:lstStyle/>
          <a:p>
            <a:endParaRPr lang="en-BE"/>
          </a:p>
        </p:txBody>
      </p:sp>
      <p:sp>
        <p:nvSpPr>
          <p:cNvPr id="5" name="Text Placeholder 4">
            <a:extLst>
              <a:ext uri="{FF2B5EF4-FFF2-40B4-BE49-F238E27FC236}">
                <a16:creationId xmlns:a16="http://schemas.microsoft.com/office/drawing/2014/main" id="{26906509-2AC9-6BC8-1F09-3BF198CC5942}"/>
              </a:ext>
            </a:extLst>
          </p:cNvPr>
          <p:cNvSpPr>
            <a:spLocks noGrp="1"/>
          </p:cNvSpPr>
          <p:nvPr>
            <p:ph type="body" sz="quarter" idx="11"/>
          </p:nvPr>
        </p:nvSpPr>
        <p:spPr/>
        <p:txBody>
          <a:bodyPr/>
          <a:lstStyle/>
          <a:p>
            <a:pPr>
              <a:buNone/>
            </a:pPr>
            <a:r>
              <a:rPr lang="nl-NL" dirty="0"/>
              <a:t>Systeembestanden zijn beschermd tegen wijzigingen door gewone gebruikers. Alleen de </a:t>
            </a:r>
            <a:r>
              <a:rPr lang="nl-NL" b="1" dirty="0"/>
              <a:t>rootgebruiker</a:t>
            </a:r>
            <a:r>
              <a:rPr lang="nl-NL" dirty="0"/>
              <a:t> (de systeembeheerder met volledige rechten) mag systeeminstellingen en configuratiebestanden aanpassen.</a:t>
            </a:r>
          </a:p>
          <a:p>
            <a:pPr>
              <a:buNone/>
            </a:pPr>
            <a:r>
              <a:rPr lang="nl-NL" dirty="0"/>
              <a:t>Gewone gebruikers hebben enkel schrijfrechten in:</a:t>
            </a:r>
          </a:p>
          <a:p>
            <a:pPr marL="285750" indent="-285750">
              <a:buFont typeface="Arial" panose="020B0604020202020204" pitchFamily="34" charset="0"/>
              <a:buChar char="•"/>
            </a:pPr>
            <a:r>
              <a:rPr lang="nl-NL" dirty="0"/>
              <a:t>hun eigen </a:t>
            </a:r>
            <a:r>
              <a:rPr lang="nl-NL" b="1" dirty="0"/>
              <a:t>thuismap</a:t>
            </a:r>
          </a:p>
          <a:p>
            <a:pPr marL="285750" indent="-285750">
              <a:buFont typeface="Arial" panose="020B0604020202020204" pitchFamily="34" charset="0"/>
              <a:buChar char="•"/>
            </a:pPr>
            <a:r>
              <a:rPr lang="nl-NL" dirty="0"/>
              <a:t>de </a:t>
            </a:r>
            <a:r>
              <a:rPr lang="nl-NL" b="1" dirty="0"/>
              <a:t>/</a:t>
            </a:r>
            <a:r>
              <a:rPr lang="nl-NL" b="1" dirty="0" err="1"/>
              <a:t>tmp</a:t>
            </a:r>
            <a:r>
              <a:rPr lang="nl-NL" b="1" dirty="0"/>
              <a:t>-map</a:t>
            </a:r>
            <a:r>
              <a:rPr lang="nl-NL" dirty="0"/>
              <a:t> (voor tijdelijke bestanden)</a:t>
            </a:r>
          </a:p>
          <a:p>
            <a:pPr marL="285750" indent="-285750">
              <a:buFont typeface="Arial" panose="020B0604020202020204" pitchFamily="34" charset="0"/>
              <a:buChar char="•"/>
            </a:pPr>
            <a:r>
              <a:rPr lang="nl-NL" dirty="0"/>
              <a:t>eventueel andere gedeelde mappen die door de beheerder zijn aangemaakt</a:t>
            </a:r>
          </a:p>
          <a:p>
            <a:r>
              <a:rPr lang="nl-NL" dirty="0"/>
              <a:t>De rootgebruiker herken je aan volledige controle over het systeem — vergelijkbaar met een administrator in Windows.</a:t>
            </a:r>
          </a:p>
          <a:p>
            <a:endParaRPr lang="en-BE" dirty="0"/>
          </a:p>
        </p:txBody>
      </p:sp>
      <p:sp>
        <p:nvSpPr>
          <p:cNvPr id="6" name="Text Placeholder 5">
            <a:extLst>
              <a:ext uri="{FF2B5EF4-FFF2-40B4-BE49-F238E27FC236}">
                <a16:creationId xmlns:a16="http://schemas.microsoft.com/office/drawing/2014/main" id="{762E13A5-540D-5E90-85DD-9BB04C91666D}"/>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1007653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9279522-AB97-02F1-6F92-5D554BB1C41C}"/>
              </a:ext>
            </a:extLst>
          </p:cNvPr>
          <p:cNvSpPr>
            <a:spLocks noGrp="1"/>
          </p:cNvSpPr>
          <p:nvPr>
            <p:ph type="pic" sz="quarter" idx="14"/>
          </p:nvPr>
        </p:nvSpPr>
        <p:spPr/>
        <p:txBody>
          <a:bodyPr/>
          <a:lstStyle/>
          <a:p>
            <a:endParaRPr lang="en-BE"/>
          </a:p>
        </p:txBody>
      </p:sp>
      <p:sp>
        <p:nvSpPr>
          <p:cNvPr id="3" name="Title 2">
            <a:extLst>
              <a:ext uri="{FF2B5EF4-FFF2-40B4-BE49-F238E27FC236}">
                <a16:creationId xmlns:a16="http://schemas.microsoft.com/office/drawing/2014/main" id="{CE74BB63-0335-28CF-54DE-A3CDB75F34C9}"/>
              </a:ext>
            </a:extLst>
          </p:cNvPr>
          <p:cNvSpPr>
            <a:spLocks noGrp="1"/>
          </p:cNvSpPr>
          <p:nvPr>
            <p:ph type="title"/>
          </p:nvPr>
        </p:nvSpPr>
        <p:spPr/>
        <p:txBody>
          <a:bodyPr/>
          <a:lstStyle/>
          <a:p>
            <a:r>
              <a:rPr lang="nl-NL" dirty="0"/>
              <a:t>CLI - Basiscommando’s</a:t>
            </a:r>
            <a:endParaRPr lang="en-BE" dirty="0"/>
          </a:p>
        </p:txBody>
      </p:sp>
      <p:sp>
        <p:nvSpPr>
          <p:cNvPr id="4" name="Text Placeholder 3">
            <a:extLst>
              <a:ext uri="{FF2B5EF4-FFF2-40B4-BE49-F238E27FC236}">
                <a16:creationId xmlns:a16="http://schemas.microsoft.com/office/drawing/2014/main" id="{FCEB3AA5-1465-6F34-A104-29E4FB53C37C}"/>
              </a:ext>
            </a:extLst>
          </p:cNvPr>
          <p:cNvSpPr>
            <a:spLocks noGrp="1"/>
          </p:cNvSpPr>
          <p:nvPr>
            <p:ph type="body" sz="quarter" idx="10"/>
          </p:nvPr>
        </p:nvSpPr>
        <p:spPr/>
        <p:txBody>
          <a:bodyPr>
            <a:normAutofit fontScale="92500" lnSpcReduction="10000"/>
          </a:bodyPr>
          <a:lstStyle/>
          <a:p>
            <a:endParaRPr lang="en-BE"/>
          </a:p>
        </p:txBody>
      </p:sp>
      <p:sp>
        <p:nvSpPr>
          <p:cNvPr id="5" name="Text Placeholder 4">
            <a:extLst>
              <a:ext uri="{FF2B5EF4-FFF2-40B4-BE49-F238E27FC236}">
                <a16:creationId xmlns:a16="http://schemas.microsoft.com/office/drawing/2014/main" id="{C78D3FDB-5E98-C69A-B63A-37B0C1052519}"/>
              </a:ext>
            </a:extLst>
          </p:cNvPr>
          <p:cNvSpPr>
            <a:spLocks noGrp="1"/>
          </p:cNvSpPr>
          <p:nvPr>
            <p:ph type="body" sz="quarter" idx="15"/>
          </p:nvPr>
        </p:nvSpPr>
        <p:spPr/>
        <p:txBody>
          <a:bodyPr/>
          <a:lstStyle/>
          <a:p>
            <a:endParaRPr lang="en-BE"/>
          </a:p>
        </p:txBody>
      </p:sp>
    </p:spTree>
    <p:extLst>
      <p:ext uri="{BB962C8B-B14F-4D97-AF65-F5344CB8AC3E}">
        <p14:creationId xmlns:p14="http://schemas.microsoft.com/office/powerpoint/2010/main" val="1190576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28916-0ACF-B478-3C1A-4F6C7564F8A0}"/>
              </a:ext>
            </a:extLst>
          </p:cNvPr>
          <p:cNvSpPr>
            <a:spLocks noGrp="1"/>
          </p:cNvSpPr>
          <p:nvPr>
            <p:ph type="title"/>
          </p:nvPr>
        </p:nvSpPr>
        <p:spPr/>
        <p:txBody>
          <a:bodyPr/>
          <a:lstStyle/>
          <a:p>
            <a:r>
              <a:rPr lang="nl-NL" dirty="0"/>
              <a:t>Interactie via opdrachten en standaardkanalen</a:t>
            </a:r>
            <a:endParaRPr lang="en-BE" dirty="0"/>
          </a:p>
        </p:txBody>
      </p:sp>
      <p:sp>
        <p:nvSpPr>
          <p:cNvPr id="3" name="Text Placeholder 2">
            <a:extLst>
              <a:ext uri="{FF2B5EF4-FFF2-40B4-BE49-F238E27FC236}">
                <a16:creationId xmlns:a16="http://schemas.microsoft.com/office/drawing/2014/main" id="{627358BC-F2F0-64A0-BFF4-A89E76787DC5}"/>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AD23C482-A323-D1BA-C155-8EFD8EB07944}"/>
              </a:ext>
            </a:extLst>
          </p:cNvPr>
          <p:cNvSpPr>
            <a:spLocks noGrp="1"/>
          </p:cNvSpPr>
          <p:nvPr>
            <p:ph type="body" sz="quarter" idx="11"/>
          </p:nvPr>
        </p:nvSpPr>
        <p:spPr/>
        <p:txBody>
          <a:bodyPr/>
          <a:lstStyle/>
          <a:p>
            <a:pPr>
              <a:buNone/>
            </a:pPr>
            <a:r>
              <a:rPr lang="nl-NL" dirty="0"/>
              <a:t>In Linux werk je met commando’s die je via het toetsenbord invoert. Deze invoer noemen we standaardinvoer (</a:t>
            </a:r>
            <a:r>
              <a:rPr lang="nl-NL" dirty="0" err="1"/>
              <a:t>stdin</a:t>
            </a:r>
            <a:r>
              <a:rPr lang="nl-NL" dirty="0"/>
              <a:t>). Meestal is dat de toetsenbordinput, tenzij anders vermeld.</a:t>
            </a:r>
          </a:p>
          <a:p>
            <a:pPr>
              <a:buNone/>
            </a:pPr>
            <a:r>
              <a:rPr lang="nl-NL" dirty="0"/>
              <a:t>Veel commando’s tonen informatie op het scherm. Dit gebeurt via standaarduitvoer (</a:t>
            </a:r>
            <a:r>
              <a:rPr lang="nl-NL" dirty="0" err="1"/>
              <a:t>stdout</a:t>
            </a:r>
            <a:r>
              <a:rPr lang="nl-NL" dirty="0"/>
              <a:t>).</a:t>
            </a:r>
          </a:p>
          <a:p>
            <a:pPr>
              <a:buNone/>
            </a:pPr>
            <a:r>
              <a:rPr lang="nl-NL" dirty="0"/>
              <a:t>Als er iets misgaat, krijg je een foutmelding via standaardfout (</a:t>
            </a:r>
            <a:r>
              <a:rPr lang="nl-NL" dirty="0" err="1"/>
              <a:t>stderr</a:t>
            </a:r>
            <a:r>
              <a:rPr lang="nl-NL" dirty="0"/>
              <a:t>).</a:t>
            </a:r>
          </a:p>
          <a:p>
            <a:pPr>
              <a:buNone/>
            </a:pPr>
            <a:r>
              <a:rPr lang="nl-NL" dirty="0" err="1"/>
              <a:t>Stdin</a:t>
            </a:r>
            <a:r>
              <a:rPr lang="nl-NL" dirty="0"/>
              <a:t>, </a:t>
            </a:r>
            <a:r>
              <a:rPr lang="nl-NL" dirty="0" err="1"/>
              <a:t>stdout</a:t>
            </a:r>
            <a:r>
              <a:rPr lang="nl-NL" dirty="0"/>
              <a:t> en </a:t>
            </a:r>
            <a:r>
              <a:rPr lang="nl-NL" dirty="0" err="1"/>
              <a:t>stderr</a:t>
            </a:r>
            <a:r>
              <a:rPr lang="nl-NL" dirty="0"/>
              <a:t> zijn drie standaardkanalen waarmee programma’s in Linux communiceren met de gebruiker of met elkaar.</a:t>
            </a:r>
            <a:endParaRPr lang="en-BE" dirty="0"/>
          </a:p>
        </p:txBody>
      </p:sp>
      <p:sp>
        <p:nvSpPr>
          <p:cNvPr id="5" name="Text Placeholder 4">
            <a:extLst>
              <a:ext uri="{FF2B5EF4-FFF2-40B4-BE49-F238E27FC236}">
                <a16:creationId xmlns:a16="http://schemas.microsoft.com/office/drawing/2014/main" id="{66906EC8-503A-2BD3-BF5F-22C5FACD65D8}"/>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2791790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B8A34-8B6E-928F-40B9-DC979F90843A}"/>
              </a:ext>
            </a:extLst>
          </p:cNvPr>
          <p:cNvSpPr>
            <a:spLocks noGrp="1"/>
          </p:cNvSpPr>
          <p:nvPr>
            <p:ph type="title"/>
          </p:nvPr>
        </p:nvSpPr>
        <p:spPr/>
        <p:txBody>
          <a:bodyPr/>
          <a:lstStyle/>
          <a:p>
            <a:r>
              <a:rPr lang="nl-NL" dirty="0"/>
              <a:t>Wat je moet weten vóór je met commando’s start</a:t>
            </a:r>
            <a:endParaRPr lang="en-BE" dirty="0"/>
          </a:p>
        </p:txBody>
      </p:sp>
      <p:sp>
        <p:nvSpPr>
          <p:cNvPr id="3" name="Text Placeholder 2">
            <a:extLst>
              <a:ext uri="{FF2B5EF4-FFF2-40B4-BE49-F238E27FC236}">
                <a16:creationId xmlns:a16="http://schemas.microsoft.com/office/drawing/2014/main" id="{642FA642-49B3-E996-61DB-B78949FD1FF4}"/>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04A736DF-E29E-BED2-61AA-A4DCF5551BBE}"/>
              </a:ext>
            </a:extLst>
          </p:cNvPr>
          <p:cNvSpPr>
            <a:spLocks noGrp="1"/>
          </p:cNvSpPr>
          <p:nvPr>
            <p:ph type="body" sz="quarter" idx="11"/>
          </p:nvPr>
        </p:nvSpPr>
        <p:spPr/>
        <p:txBody>
          <a:bodyPr>
            <a:normAutofit fontScale="92500"/>
          </a:bodyPr>
          <a:lstStyle/>
          <a:p>
            <a:r>
              <a:rPr lang="nl-NL" dirty="0"/>
              <a:t>Voor je begint met het ingeven van commando’s in Linux, zijn er een paar belangrijke zaken om te weten:</a:t>
            </a:r>
          </a:p>
          <a:p>
            <a:pPr marL="342900" indent="-342900">
              <a:buFont typeface="+mj-lt"/>
              <a:buAutoNum type="arabicPeriod"/>
            </a:pPr>
            <a:r>
              <a:rPr lang="nl-NL" dirty="0"/>
              <a:t>Geen bestandsextensies: Linux hecht geen betekenis aan extensies zoals .</a:t>
            </a:r>
            <a:r>
              <a:rPr lang="nl-NL" dirty="0" err="1"/>
              <a:t>exe</a:t>
            </a:r>
            <a:r>
              <a:rPr lang="nl-NL" dirty="0"/>
              <a:t> of .</a:t>
            </a:r>
            <a:r>
              <a:rPr lang="nl-NL" dirty="0" err="1"/>
              <a:t>txt</a:t>
            </a:r>
            <a:r>
              <a:rPr lang="nl-NL" dirty="0"/>
              <a:t>. Alles is gewoon een bestand. Of een bestand uitvoerbaar is, hangt af van de rechten en niet van de naam.</a:t>
            </a:r>
          </a:p>
          <a:p>
            <a:pPr marL="342900" indent="-342900">
              <a:buFont typeface="+mj-lt"/>
              <a:buAutoNum type="arabicPeriod"/>
            </a:pPr>
            <a:r>
              <a:rPr lang="nl-NL" dirty="0"/>
              <a:t>Hoofdlettergevoelige bestandsnamen: bestand.txt en BESTAND.TXT zijn twee verschillende bestanden. Linux maakt onderscheid tussen hoofdletters en kleine letters in bestandsnamen.</a:t>
            </a:r>
          </a:p>
          <a:p>
            <a:pPr marL="342900" indent="-342900">
              <a:buFont typeface="+mj-lt"/>
              <a:buAutoNum type="arabicPeriod"/>
            </a:pPr>
            <a:r>
              <a:rPr lang="nl-NL" dirty="0"/>
              <a:t>Bestandsrechten bepalen toegang: Of je een bestand kan uitvoeren, bewerken of bekijken, hangt af van de rechten die je hebt op dat bestand.</a:t>
            </a:r>
          </a:p>
          <a:p>
            <a:pPr marL="342900" indent="-342900">
              <a:buFont typeface="+mj-lt"/>
              <a:buAutoNum type="arabicPeriod"/>
            </a:pPr>
            <a:r>
              <a:rPr lang="nl-NL" dirty="0" err="1"/>
              <a:t>Padnamen</a:t>
            </a:r>
            <a:r>
              <a:rPr lang="nl-NL" dirty="0"/>
              <a:t> vanaf </a:t>
            </a:r>
            <a:r>
              <a:rPr lang="nl-NL" dirty="0" err="1"/>
              <a:t>rootmap</a:t>
            </a:r>
            <a:r>
              <a:rPr lang="nl-NL" dirty="0"/>
              <a:t>: Elk bestand heeft een unieke locatie die start vanaf / (de </a:t>
            </a:r>
            <a:r>
              <a:rPr lang="nl-NL" dirty="0" err="1"/>
              <a:t>rootmap</a:t>
            </a:r>
            <a:r>
              <a:rPr lang="nl-NL" dirty="0"/>
              <a:t>). Bijvoorbeeld: het wachtwoordbestand heet /</a:t>
            </a:r>
            <a:r>
              <a:rPr lang="nl-NL" dirty="0" err="1"/>
              <a:t>etc</a:t>
            </a:r>
            <a:r>
              <a:rPr lang="nl-NL" dirty="0"/>
              <a:t>/</a:t>
            </a:r>
            <a:r>
              <a:rPr lang="nl-NL" dirty="0" err="1"/>
              <a:t>passwd</a:t>
            </a:r>
            <a:r>
              <a:rPr lang="nl-NL" dirty="0"/>
              <a:t>. Dit noemen we het absoluut </a:t>
            </a:r>
            <a:r>
              <a:rPr lang="nl-NL" dirty="0" err="1"/>
              <a:t>pad.W</a:t>
            </a:r>
            <a:endParaRPr lang="nl-NL" dirty="0"/>
          </a:p>
          <a:p>
            <a:pPr marL="342900" indent="-342900">
              <a:buFont typeface="+mj-lt"/>
              <a:buAutoNum type="arabicPeriod"/>
            </a:pPr>
            <a:r>
              <a:rPr lang="nl-NL" dirty="0" err="1"/>
              <a:t>ees</a:t>
            </a:r>
            <a:r>
              <a:rPr lang="nl-NL" dirty="0"/>
              <a:t> nauwkeurig met commando’s: Linux gaat ervan uit dat je weet wat je doet. Een fout gespeld commando of onvoorzichtige actie kan onomkeerbaar zijn.</a:t>
            </a:r>
            <a:endParaRPr lang="en-BE" dirty="0"/>
          </a:p>
        </p:txBody>
      </p:sp>
      <p:sp>
        <p:nvSpPr>
          <p:cNvPr id="5" name="Text Placeholder 4">
            <a:extLst>
              <a:ext uri="{FF2B5EF4-FFF2-40B4-BE49-F238E27FC236}">
                <a16:creationId xmlns:a16="http://schemas.microsoft.com/office/drawing/2014/main" id="{85E9350A-1D01-CB74-A004-0BB734AA92E0}"/>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959615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50A065D-D8B6-EEAE-41AB-A68BC1166C36}"/>
              </a:ext>
            </a:extLst>
          </p:cNvPr>
          <p:cNvSpPr>
            <a:spLocks noGrp="1"/>
          </p:cNvSpPr>
          <p:nvPr>
            <p:ph type="title"/>
          </p:nvPr>
        </p:nvSpPr>
        <p:spPr/>
        <p:txBody>
          <a:bodyPr/>
          <a:lstStyle/>
          <a:p>
            <a:r>
              <a:rPr lang="nl-NL" dirty="0"/>
              <a:t>Basiscommando’s</a:t>
            </a:r>
            <a:endParaRPr lang="en-BE" dirty="0"/>
          </a:p>
        </p:txBody>
      </p:sp>
      <p:sp>
        <p:nvSpPr>
          <p:cNvPr id="4" name="Text Placeholder 3">
            <a:extLst>
              <a:ext uri="{FF2B5EF4-FFF2-40B4-BE49-F238E27FC236}">
                <a16:creationId xmlns:a16="http://schemas.microsoft.com/office/drawing/2014/main" id="{B536E5C6-C8E5-962C-87CB-DFC790BB457D}"/>
              </a:ext>
            </a:extLst>
          </p:cNvPr>
          <p:cNvSpPr>
            <a:spLocks noGrp="1"/>
          </p:cNvSpPr>
          <p:nvPr>
            <p:ph type="body" sz="quarter" idx="10"/>
          </p:nvPr>
        </p:nvSpPr>
        <p:spPr/>
        <p:txBody>
          <a:bodyPr>
            <a:normAutofit fontScale="92500" lnSpcReduction="10000"/>
          </a:bodyPr>
          <a:lstStyle/>
          <a:p>
            <a:endParaRPr lang="en-BE"/>
          </a:p>
        </p:txBody>
      </p:sp>
      <p:sp>
        <p:nvSpPr>
          <p:cNvPr id="5" name="Text Placeholder 4">
            <a:extLst>
              <a:ext uri="{FF2B5EF4-FFF2-40B4-BE49-F238E27FC236}">
                <a16:creationId xmlns:a16="http://schemas.microsoft.com/office/drawing/2014/main" id="{7CA4A0E6-6C71-1C36-8B1A-AC0CA01CC002}"/>
              </a:ext>
            </a:extLst>
          </p:cNvPr>
          <p:cNvSpPr>
            <a:spLocks noGrp="1"/>
          </p:cNvSpPr>
          <p:nvPr>
            <p:ph type="body" sz="quarter" idx="11"/>
          </p:nvPr>
        </p:nvSpPr>
        <p:spPr>
          <a:xfrm>
            <a:off x="1584494" y="2368988"/>
            <a:ext cx="9769306" cy="2624353"/>
          </a:xfrm>
        </p:spPr>
        <p:txBody>
          <a:bodyPr/>
          <a:lstStyle/>
          <a:p>
            <a:r>
              <a:rPr lang="nl-NL" dirty="0" err="1"/>
              <a:t>pwd</a:t>
            </a:r>
            <a:r>
              <a:rPr lang="nl-NL" dirty="0"/>
              <a:t>: toont het pad van de huidige directory (print </a:t>
            </a:r>
            <a:r>
              <a:rPr lang="nl-NL" dirty="0" err="1"/>
              <a:t>working</a:t>
            </a:r>
            <a:r>
              <a:rPr lang="nl-NL" dirty="0"/>
              <a:t> directory).</a:t>
            </a:r>
          </a:p>
          <a:p>
            <a:r>
              <a:rPr lang="nl-NL" dirty="0"/>
              <a:t>cd: verander van directory.</a:t>
            </a:r>
          </a:p>
          <a:p>
            <a:r>
              <a:rPr lang="nl-NL" dirty="0" err="1"/>
              <a:t>ls</a:t>
            </a:r>
            <a:r>
              <a:rPr lang="nl-NL" dirty="0"/>
              <a:t>: toon de inhoud van een map.</a:t>
            </a:r>
          </a:p>
          <a:p>
            <a:r>
              <a:rPr lang="nl-NL" dirty="0" err="1"/>
              <a:t>ls</a:t>
            </a:r>
            <a:r>
              <a:rPr lang="nl-NL" dirty="0"/>
              <a:t> -a: toon ook verborgen bestanden (die beginnen met een punt).</a:t>
            </a:r>
          </a:p>
          <a:p>
            <a:r>
              <a:rPr lang="nl-NL" dirty="0" err="1"/>
              <a:t>shutdown</a:t>
            </a:r>
            <a:r>
              <a:rPr lang="nl-NL" dirty="0"/>
              <a:t>, reboot: systemen correct uitschakelen of herstarten.</a:t>
            </a:r>
          </a:p>
          <a:p>
            <a:r>
              <a:rPr lang="nl-NL" dirty="0" err="1"/>
              <a:t>mkdir</a:t>
            </a:r>
            <a:r>
              <a:rPr lang="nl-NL" dirty="0"/>
              <a:t>, </a:t>
            </a:r>
            <a:r>
              <a:rPr lang="nl-NL" dirty="0" err="1"/>
              <a:t>rm</a:t>
            </a:r>
            <a:r>
              <a:rPr lang="nl-NL" dirty="0"/>
              <a:t>, </a:t>
            </a:r>
            <a:r>
              <a:rPr lang="nl-NL" dirty="0" err="1"/>
              <a:t>touch</a:t>
            </a:r>
            <a:r>
              <a:rPr lang="nl-NL" dirty="0"/>
              <a:t>: mappen maken, bestanden verwijderen, bestanden aanmaken.</a:t>
            </a:r>
            <a:endParaRPr lang="en-BE" dirty="0"/>
          </a:p>
        </p:txBody>
      </p:sp>
      <p:sp>
        <p:nvSpPr>
          <p:cNvPr id="6" name="Text Placeholder 5">
            <a:extLst>
              <a:ext uri="{FF2B5EF4-FFF2-40B4-BE49-F238E27FC236}">
                <a16:creationId xmlns:a16="http://schemas.microsoft.com/office/drawing/2014/main" id="{4815AECE-1896-5458-CAE8-5812790DA7CE}"/>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20616165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AD48-F01C-1600-EAD4-28780A6F7D22}"/>
              </a:ext>
            </a:extLst>
          </p:cNvPr>
          <p:cNvSpPr>
            <a:spLocks noGrp="1"/>
          </p:cNvSpPr>
          <p:nvPr>
            <p:ph type="title"/>
          </p:nvPr>
        </p:nvSpPr>
        <p:spPr/>
        <p:txBody>
          <a:bodyPr/>
          <a:lstStyle/>
          <a:p>
            <a:r>
              <a:rPr lang="nl-NL" dirty="0"/>
              <a:t>Absoluut vs. relatief</a:t>
            </a:r>
            <a:endParaRPr lang="en-BE" dirty="0"/>
          </a:p>
        </p:txBody>
      </p:sp>
      <p:sp>
        <p:nvSpPr>
          <p:cNvPr id="3" name="Text Placeholder 2">
            <a:extLst>
              <a:ext uri="{FF2B5EF4-FFF2-40B4-BE49-F238E27FC236}">
                <a16:creationId xmlns:a16="http://schemas.microsoft.com/office/drawing/2014/main" id="{67B751EC-C13A-5CCF-7AB3-09341E7E5FAF}"/>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D0D89E64-4327-61CA-C0BD-37559C2C36EC}"/>
              </a:ext>
            </a:extLst>
          </p:cNvPr>
          <p:cNvSpPr>
            <a:spLocks noGrp="1"/>
          </p:cNvSpPr>
          <p:nvPr>
            <p:ph type="body" sz="quarter" idx="11"/>
          </p:nvPr>
        </p:nvSpPr>
        <p:spPr/>
        <p:txBody>
          <a:bodyPr/>
          <a:lstStyle/>
          <a:p>
            <a:r>
              <a:rPr lang="nl-NL" dirty="0"/>
              <a:t>In Linux (en andere Unix-achtige systemen) is het bestandssysteem hiërarchisch opgebouwd. Alles begint bij de rootdirectory / en van daaruit vertakken zich de mappen en bestanden. Om een bestand of map op te zoeken of ermee te werken, moet je het juiste pad opgeven. Er zijn twee soorten </a:t>
            </a:r>
            <a:r>
              <a:rPr lang="nl-NL" dirty="0" err="1"/>
              <a:t>padnamen</a:t>
            </a:r>
            <a:r>
              <a:rPr lang="nl-NL" dirty="0"/>
              <a:t> waarmee je de locatie van een bestand of map kunt aanduiden:</a:t>
            </a:r>
            <a:endParaRPr lang="en-BE" dirty="0"/>
          </a:p>
        </p:txBody>
      </p:sp>
      <p:sp>
        <p:nvSpPr>
          <p:cNvPr id="5" name="Text Placeholder 4">
            <a:extLst>
              <a:ext uri="{FF2B5EF4-FFF2-40B4-BE49-F238E27FC236}">
                <a16:creationId xmlns:a16="http://schemas.microsoft.com/office/drawing/2014/main" id="{3D3E9DC3-77F0-0DB8-0209-FB0AE19CF29D}"/>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2194200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A63D7-FF1B-7C99-44B8-5F4C78EDE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1EC1B-BD18-3C8C-53EB-42ADA80C990D}"/>
              </a:ext>
            </a:extLst>
          </p:cNvPr>
          <p:cNvSpPr>
            <a:spLocks noGrp="1"/>
          </p:cNvSpPr>
          <p:nvPr>
            <p:ph type="title"/>
          </p:nvPr>
        </p:nvSpPr>
        <p:spPr/>
        <p:txBody>
          <a:bodyPr/>
          <a:lstStyle/>
          <a:p>
            <a:r>
              <a:rPr lang="nl-NL" dirty="0"/>
              <a:t>Absoluut vs. relatief</a:t>
            </a:r>
            <a:endParaRPr lang="en-BE" dirty="0"/>
          </a:p>
        </p:txBody>
      </p:sp>
      <p:sp>
        <p:nvSpPr>
          <p:cNvPr id="6" name="Text Placeholder 5">
            <a:extLst>
              <a:ext uri="{FF2B5EF4-FFF2-40B4-BE49-F238E27FC236}">
                <a16:creationId xmlns:a16="http://schemas.microsoft.com/office/drawing/2014/main" id="{6D2219E5-7B3D-479A-4BE8-1C617689EEAD}"/>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E28E3260-A318-6794-D8B0-0CD19429E759}"/>
              </a:ext>
            </a:extLst>
          </p:cNvPr>
          <p:cNvSpPr>
            <a:spLocks noGrp="1"/>
          </p:cNvSpPr>
          <p:nvPr>
            <p:ph type="body" sz="quarter" idx="11"/>
          </p:nvPr>
        </p:nvSpPr>
        <p:spPr/>
        <p:txBody>
          <a:bodyPr/>
          <a:lstStyle/>
          <a:p>
            <a:r>
              <a:rPr lang="nl-NL" dirty="0"/>
              <a:t>Een absoluut pad beschrijft de volledige locatie van een bestand of map, vanaf de rootdirectory /.</a:t>
            </a:r>
          </a:p>
          <a:p>
            <a:pPr marL="285750" indent="-285750">
              <a:buFont typeface="Arial" panose="020B0604020202020204" pitchFamily="34" charset="0"/>
              <a:buChar char="•"/>
            </a:pPr>
            <a:r>
              <a:rPr lang="nl-NL" dirty="0"/>
              <a:t>Begint altijd met een /.</a:t>
            </a:r>
          </a:p>
          <a:p>
            <a:pPr marL="285750" indent="-285750">
              <a:buFont typeface="Arial" panose="020B0604020202020204" pitchFamily="34" charset="0"/>
              <a:buChar char="•"/>
            </a:pPr>
            <a:r>
              <a:rPr lang="nl-NL" dirty="0"/>
              <a:t>Is uniek in het systeem: ongeacht waar je je bevindt, het pad verwijst altijd naar dezelfde locatie.</a:t>
            </a:r>
          </a:p>
          <a:p>
            <a:pPr marL="285750" indent="-285750">
              <a:buFont typeface="Arial" panose="020B0604020202020204" pitchFamily="34" charset="0"/>
              <a:buChar char="•"/>
            </a:pPr>
            <a:r>
              <a:rPr lang="nl-NL" dirty="0"/>
              <a:t>Handig voor scripts of system-level taken.</a:t>
            </a:r>
            <a:endParaRPr lang="en-BE" dirty="0"/>
          </a:p>
        </p:txBody>
      </p:sp>
      <p:sp>
        <p:nvSpPr>
          <p:cNvPr id="7" name="Text Placeholder 6">
            <a:extLst>
              <a:ext uri="{FF2B5EF4-FFF2-40B4-BE49-F238E27FC236}">
                <a16:creationId xmlns:a16="http://schemas.microsoft.com/office/drawing/2014/main" id="{0149BA36-F6E4-4131-93BF-BF260DCCF440}"/>
              </a:ext>
            </a:extLst>
          </p:cNvPr>
          <p:cNvSpPr>
            <a:spLocks noGrp="1"/>
          </p:cNvSpPr>
          <p:nvPr>
            <p:ph type="body" sz="quarter" idx="13"/>
          </p:nvPr>
        </p:nvSpPr>
        <p:spPr/>
        <p:txBody>
          <a:bodyPr/>
          <a:lstStyle/>
          <a:p>
            <a:endParaRPr lang="en-BE"/>
          </a:p>
        </p:txBody>
      </p:sp>
      <p:sp>
        <p:nvSpPr>
          <p:cNvPr id="8" name="Text Placeholder 7">
            <a:extLst>
              <a:ext uri="{FF2B5EF4-FFF2-40B4-BE49-F238E27FC236}">
                <a16:creationId xmlns:a16="http://schemas.microsoft.com/office/drawing/2014/main" id="{F2084AC4-A4AA-008F-E78C-ACEAAF42DB12}"/>
              </a:ext>
            </a:extLst>
          </p:cNvPr>
          <p:cNvSpPr>
            <a:spLocks noGrp="1"/>
          </p:cNvSpPr>
          <p:nvPr>
            <p:ph type="body" sz="quarter" idx="14"/>
          </p:nvPr>
        </p:nvSpPr>
        <p:spPr>
          <a:xfrm>
            <a:off x="7682752" y="2368988"/>
            <a:ext cx="3671047" cy="3694195"/>
          </a:xfrm>
        </p:spPr>
        <p:txBody>
          <a:bodyPr/>
          <a:lstStyle/>
          <a:p>
            <a:r>
              <a:rPr lang="nl-NL" dirty="0"/>
              <a:t>/</a:t>
            </a:r>
            <a:r>
              <a:rPr lang="nl-NL" dirty="0" err="1"/>
              <a:t>etc</a:t>
            </a:r>
            <a:r>
              <a:rPr lang="nl-NL" dirty="0"/>
              <a:t>/</a:t>
            </a:r>
            <a:r>
              <a:rPr lang="nl-NL" dirty="0" err="1"/>
              <a:t>passwd</a:t>
            </a:r>
            <a:endParaRPr lang="nl-NL" dirty="0"/>
          </a:p>
          <a:p>
            <a:r>
              <a:rPr lang="nl-NL" dirty="0"/>
              <a:t>/home/student1/</a:t>
            </a:r>
            <a:r>
              <a:rPr lang="nl-NL" dirty="0" err="1"/>
              <a:t>testmap</a:t>
            </a:r>
            <a:r>
              <a:rPr lang="nl-NL" dirty="0"/>
              <a:t>/oefening.txt</a:t>
            </a:r>
          </a:p>
          <a:p>
            <a:r>
              <a:rPr lang="nl-NL" dirty="0"/>
              <a:t>/</a:t>
            </a:r>
            <a:r>
              <a:rPr lang="nl-NL" dirty="0" err="1"/>
              <a:t>usr</a:t>
            </a:r>
            <a:r>
              <a:rPr lang="nl-NL" dirty="0"/>
              <a:t>/bin/python3</a:t>
            </a:r>
          </a:p>
          <a:p>
            <a:endParaRPr lang="nl-NL" dirty="0"/>
          </a:p>
          <a:p>
            <a:endParaRPr lang="en-BE" dirty="0"/>
          </a:p>
        </p:txBody>
      </p:sp>
    </p:spTree>
    <p:extLst>
      <p:ext uri="{BB962C8B-B14F-4D97-AF65-F5344CB8AC3E}">
        <p14:creationId xmlns:p14="http://schemas.microsoft.com/office/powerpoint/2010/main" val="2382593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87189-7FB6-2843-AC14-37BA73574E00}"/>
              </a:ext>
            </a:extLst>
          </p:cNvPr>
          <p:cNvSpPr>
            <a:spLocks noGrp="1"/>
          </p:cNvSpPr>
          <p:nvPr>
            <p:ph type="title"/>
          </p:nvPr>
        </p:nvSpPr>
        <p:spPr/>
        <p:txBody>
          <a:bodyPr/>
          <a:lstStyle/>
          <a:p>
            <a:r>
              <a:rPr lang="nl-NL" dirty="0"/>
              <a:t>Absoluut vs. relatief</a:t>
            </a:r>
            <a:endParaRPr lang="en-BE" dirty="0"/>
          </a:p>
        </p:txBody>
      </p:sp>
      <p:sp>
        <p:nvSpPr>
          <p:cNvPr id="3" name="Text Placeholder 2">
            <a:extLst>
              <a:ext uri="{FF2B5EF4-FFF2-40B4-BE49-F238E27FC236}">
                <a16:creationId xmlns:a16="http://schemas.microsoft.com/office/drawing/2014/main" id="{5FAA5CF7-6CDB-19A6-EAFF-51611ACBEFF7}"/>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32DEF97E-8030-5BE6-123D-3B65D71C7ED9}"/>
              </a:ext>
            </a:extLst>
          </p:cNvPr>
          <p:cNvSpPr>
            <a:spLocks noGrp="1"/>
          </p:cNvSpPr>
          <p:nvPr>
            <p:ph type="body" sz="quarter" idx="11"/>
          </p:nvPr>
        </p:nvSpPr>
        <p:spPr>
          <a:xfrm>
            <a:off x="1584494" y="2368988"/>
            <a:ext cx="3695718" cy="3694195"/>
          </a:xfrm>
        </p:spPr>
        <p:txBody>
          <a:bodyPr/>
          <a:lstStyle/>
          <a:p>
            <a:r>
              <a:rPr lang="nl-NL" dirty="0"/>
              <a:t>Een relatief pad beschrijft de locatie ten opzichte van je huidige directory. Je start dus niet vanaf /, maar vanaf de map waar je je nu bevindt (die je met </a:t>
            </a:r>
            <a:r>
              <a:rPr lang="nl-NL" dirty="0" err="1"/>
              <a:t>pwd</a:t>
            </a:r>
            <a:r>
              <a:rPr lang="nl-NL" dirty="0"/>
              <a:t> kunt controleren).</a:t>
            </a:r>
          </a:p>
          <a:p>
            <a:pPr marL="285750" indent="-285750">
              <a:buFont typeface="Arial" panose="020B0604020202020204" pitchFamily="34" charset="0"/>
              <a:buChar char="•"/>
            </a:pPr>
            <a:r>
              <a:rPr lang="nl-NL" dirty="0"/>
              <a:t>Begint niet met /</a:t>
            </a:r>
          </a:p>
          <a:p>
            <a:pPr marL="285750" indent="-285750">
              <a:buFont typeface="Arial" panose="020B0604020202020204" pitchFamily="34" charset="0"/>
              <a:buChar char="•"/>
            </a:pPr>
            <a:r>
              <a:rPr lang="nl-NL" dirty="0"/>
              <a:t>Korter om te typen, vooral bij werken in een projectmap</a:t>
            </a:r>
          </a:p>
          <a:p>
            <a:pPr marL="285750" indent="-285750">
              <a:buFont typeface="Arial" panose="020B0604020202020204" pitchFamily="34" charset="0"/>
              <a:buChar char="•"/>
            </a:pPr>
            <a:r>
              <a:rPr lang="nl-NL" dirty="0"/>
              <a:t>Kan variëren afhankelijk van je locatie</a:t>
            </a:r>
            <a:endParaRPr lang="en-BE" dirty="0"/>
          </a:p>
        </p:txBody>
      </p:sp>
      <p:sp>
        <p:nvSpPr>
          <p:cNvPr id="5" name="Text Placeholder 4">
            <a:extLst>
              <a:ext uri="{FF2B5EF4-FFF2-40B4-BE49-F238E27FC236}">
                <a16:creationId xmlns:a16="http://schemas.microsoft.com/office/drawing/2014/main" id="{2C66FA4E-D9DC-3E72-6B8B-E785106DBB9F}"/>
              </a:ext>
            </a:extLst>
          </p:cNvPr>
          <p:cNvSpPr>
            <a:spLocks noGrp="1"/>
          </p:cNvSpPr>
          <p:nvPr>
            <p:ph type="body" sz="quarter" idx="13"/>
          </p:nvPr>
        </p:nvSpPr>
        <p:spPr/>
        <p:txBody>
          <a:bodyPr/>
          <a:lstStyle/>
          <a:p>
            <a:endParaRPr lang="en-BE"/>
          </a:p>
        </p:txBody>
      </p:sp>
      <p:sp>
        <p:nvSpPr>
          <p:cNvPr id="6" name="Text Placeholder 5">
            <a:extLst>
              <a:ext uri="{FF2B5EF4-FFF2-40B4-BE49-F238E27FC236}">
                <a16:creationId xmlns:a16="http://schemas.microsoft.com/office/drawing/2014/main" id="{E73FD1CB-8BFC-697C-67E0-0CDE25A7D086}"/>
              </a:ext>
            </a:extLst>
          </p:cNvPr>
          <p:cNvSpPr>
            <a:spLocks noGrp="1"/>
          </p:cNvSpPr>
          <p:nvPr>
            <p:ph type="body" sz="quarter" idx="14"/>
          </p:nvPr>
        </p:nvSpPr>
        <p:spPr>
          <a:xfrm>
            <a:off x="5889812" y="2368988"/>
            <a:ext cx="5952564" cy="3694195"/>
          </a:xfrm>
        </p:spPr>
        <p:txBody>
          <a:bodyPr/>
          <a:lstStyle/>
          <a:p>
            <a:r>
              <a:rPr lang="nl-NL" dirty="0"/>
              <a:t>Stel je bevindt je in /home/student1:</a:t>
            </a:r>
          </a:p>
          <a:p>
            <a:r>
              <a:rPr lang="nl-NL" dirty="0"/>
              <a:t>cd </a:t>
            </a:r>
            <a:r>
              <a:rPr lang="nl-NL" dirty="0" err="1"/>
              <a:t>testmap</a:t>
            </a:r>
            <a:r>
              <a:rPr lang="nl-NL" dirty="0"/>
              <a:t>        # gaat naar /home/student1/</a:t>
            </a:r>
            <a:r>
              <a:rPr lang="nl-NL" dirty="0" err="1"/>
              <a:t>testmap</a:t>
            </a:r>
            <a:endParaRPr lang="nl-NL" dirty="0"/>
          </a:p>
          <a:p>
            <a:r>
              <a:rPr lang="nl-NL" dirty="0"/>
              <a:t>cd ..             # gaat één niveau omhoog, dus naar /home</a:t>
            </a:r>
          </a:p>
          <a:p>
            <a:r>
              <a:rPr lang="nl-NL" dirty="0"/>
              <a:t>cd ./</a:t>
            </a:r>
            <a:r>
              <a:rPr lang="nl-NL" dirty="0" err="1"/>
              <a:t>testmap</a:t>
            </a:r>
            <a:r>
              <a:rPr lang="nl-NL" dirty="0"/>
              <a:t>      # ./ verwijst naar huidige directory → 			/home/student1/</a:t>
            </a:r>
            <a:r>
              <a:rPr lang="nl-NL" dirty="0" err="1"/>
              <a:t>testmap</a:t>
            </a:r>
            <a:endParaRPr lang="nl-NL" dirty="0"/>
          </a:p>
          <a:p>
            <a:r>
              <a:rPr lang="nl-NL" dirty="0"/>
              <a:t>cd ../</a:t>
            </a:r>
            <a:r>
              <a:rPr lang="nl-NL" dirty="0" err="1"/>
              <a:t>andereuser</a:t>
            </a:r>
            <a:r>
              <a:rPr lang="nl-NL" dirty="0"/>
              <a:t>  # gaat naar /home/</a:t>
            </a:r>
            <a:r>
              <a:rPr lang="nl-NL" dirty="0" err="1"/>
              <a:t>andereuser</a:t>
            </a:r>
            <a:endParaRPr lang="nl-NL" dirty="0"/>
          </a:p>
          <a:p>
            <a:endParaRPr lang="en-BE" dirty="0"/>
          </a:p>
        </p:txBody>
      </p:sp>
    </p:spTree>
    <p:extLst>
      <p:ext uri="{BB962C8B-B14F-4D97-AF65-F5344CB8AC3E}">
        <p14:creationId xmlns:p14="http://schemas.microsoft.com/office/powerpoint/2010/main" val="2023044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17C5A-1B92-9241-0753-49DA13435972}"/>
              </a:ext>
            </a:extLst>
          </p:cNvPr>
          <p:cNvSpPr>
            <a:spLocks noGrp="1"/>
          </p:cNvSpPr>
          <p:nvPr>
            <p:ph type="title"/>
          </p:nvPr>
        </p:nvSpPr>
        <p:spPr/>
        <p:txBody>
          <a:bodyPr/>
          <a:lstStyle/>
          <a:p>
            <a:r>
              <a:rPr lang="nl-NL" sz="1800" kern="1200" dirty="0">
                <a:solidFill>
                  <a:srgbClr val="1E1E1E"/>
                </a:solidFill>
                <a:effectLst/>
                <a:latin typeface="Segoe UI Black" panose="020B0A02040204020203" pitchFamily="34" charset="0"/>
                <a:ea typeface="+mj-ea"/>
                <a:cs typeface="+mj-cs"/>
              </a:rPr>
              <a:t>Absoluut vs. relatief</a:t>
            </a:r>
            <a:endParaRPr lang="en-BE" dirty="0"/>
          </a:p>
        </p:txBody>
      </p:sp>
      <p:sp>
        <p:nvSpPr>
          <p:cNvPr id="3" name="Text Placeholder 2">
            <a:extLst>
              <a:ext uri="{FF2B5EF4-FFF2-40B4-BE49-F238E27FC236}">
                <a16:creationId xmlns:a16="http://schemas.microsoft.com/office/drawing/2014/main" id="{619B781F-E22D-FE27-DC87-CC7430F5B75E}"/>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E0C402D7-169A-0774-CEEE-5A25D6C86D76}"/>
              </a:ext>
            </a:extLst>
          </p:cNvPr>
          <p:cNvSpPr>
            <a:spLocks noGrp="1"/>
          </p:cNvSpPr>
          <p:nvPr>
            <p:ph type="body" sz="quarter" idx="11"/>
          </p:nvPr>
        </p:nvSpPr>
        <p:spPr/>
        <p:txBody>
          <a:bodyPr/>
          <a:lstStyle/>
          <a:p>
            <a:endParaRPr lang="en-BE" dirty="0"/>
          </a:p>
        </p:txBody>
      </p:sp>
      <p:sp>
        <p:nvSpPr>
          <p:cNvPr id="5" name="Text Placeholder 4">
            <a:extLst>
              <a:ext uri="{FF2B5EF4-FFF2-40B4-BE49-F238E27FC236}">
                <a16:creationId xmlns:a16="http://schemas.microsoft.com/office/drawing/2014/main" id="{9A327269-654E-596B-2FDD-705EA66C43F4}"/>
              </a:ext>
            </a:extLst>
          </p:cNvPr>
          <p:cNvSpPr>
            <a:spLocks noGrp="1"/>
          </p:cNvSpPr>
          <p:nvPr>
            <p:ph type="body" sz="quarter" idx="13"/>
          </p:nvPr>
        </p:nvSpPr>
        <p:spPr/>
        <p:txBody>
          <a:bodyPr/>
          <a:lstStyle/>
          <a:p>
            <a:endParaRPr lang="en-BE"/>
          </a:p>
        </p:txBody>
      </p:sp>
      <p:graphicFrame>
        <p:nvGraphicFramePr>
          <p:cNvPr id="6" name="Table 5">
            <a:extLst>
              <a:ext uri="{FF2B5EF4-FFF2-40B4-BE49-F238E27FC236}">
                <a16:creationId xmlns:a16="http://schemas.microsoft.com/office/drawing/2014/main" id="{7A8F4E19-E426-A948-EBA5-69CCE2E3D44E}"/>
              </a:ext>
            </a:extLst>
          </p:cNvPr>
          <p:cNvGraphicFramePr>
            <a:graphicFrameLocks noGrp="1"/>
          </p:cNvGraphicFramePr>
          <p:nvPr>
            <p:extLst>
              <p:ext uri="{D42A27DB-BD31-4B8C-83A1-F6EECF244321}">
                <p14:modId xmlns:p14="http://schemas.microsoft.com/office/powerpoint/2010/main" val="4207754355"/>
              </p:ext>
            </p:extLst>
          </p:nvPr>
        </p:nvGraphicFramePr>
        <p:xfrm>
          <a:off x="2405147" y="2935925"/>
          <a:ext cx="8127999" cy="2560320"/>
        </p:xfrm>
        <a:graphic>
          <a:graphicData uri="http://schemas.openxmlformats.org/drawingml/2006/table">
            <a:tbl>
              <a:tblPr firstRow="1" bandRow="1">
                <a:tableStyleId>{5FD0F851-EC5A-4D38-B0AD-8093EC10F338}</a:tableStyleId>
              </a:tblPr>
              <a:tblGrid>
                <a:gridCol w="2709333">
                  <a:extLst>
                    <a:ext uri="{9D8B030D-6E8A-4147-A177-3AD203B41FA5}">
                      <a16:colId xmlns:a16="http://schemas.microsoft.com/office/drawing/2014/main" val="1330534966"/>
                    </a:ext>
                  </a:extLst>
                </a:gridCol>
                <a:gridCol w="2709333">
                  <a:extLst>
                    <a:ext uri="{9D8B030D-6E8A-4147-A177-3AD203B41FA5}">
                      <a16:colId xmlns:a16="http://schemas.microsoft.com/office/drawing/2014/main" val="1654208070"/>
                    </a:ext>
                  </a:extLst>
                </a:gridCol>
                <a:gridCol w="2709333">
                  <a:extLst>
                    <a:ext uri="{9D8B030D-6E8A-4147-A177-3AD203B41FA5}">
                      <a16:colId xmlns:a16="http://schemas.microsoft.com/office/drawing/2014/main" val="3464554233"/>
                    </a:ext>
                  </a:extLst>
                </a:gridCol>
              </a:tblGrid>
              <a:tr h="370840">
                <a:tc>
                  <a:txBody>
                    <a:bodyPr/>
                    <a:lstStyle/>
                    <a:p>
                      <a:r>
                        <a:rPr lang="nl-NL" dirty="0"/>
                        <a:t>Situatie</a:t>
                      </a:r>
                    </a:p>
                  </a:txBody>
                  <a:tcPr anchor="ctr"/>
                </a:tc>
                <a:tc>
                  <a:txBody>
                    <a:bodyPr/>
                    <a:lstStyle/>
                    <a:p>
                      <a:r>
                        <a:rPr lang="nl-NL" dirty="0"/>
                        <a:t>Absoluut pad</a:t>
                      </a:r>
                    </a:p>
                  </a:txBody>
                  <a:tcPr anchor="ctr"/>
                </a:tc>
                <a:tc>
                  <a:txBody>
                    <a:bodyPr/>
                    <a:lstStyle/>
                    <a:p>
                      <a:r>
                        <a:rPr lang="nl-NL"/>
                        <a:t>Relatief pad (vanuit /home/student1)</a:t>
                      </a:r>
                    </a:p>
                  </a:txBody>
                  <a:tcPr anchor="ctr"/>
                </a:tc>
                <a:extLst>
                  <a:ext uri="{0D108BD9-81ED-4DB2-BD59-A6C34878D82A}">
                    <a16:rowId xmlns:a16="http://schemas.microsoft.com/office/drawing/2014/main" val="2802036227"/>
                  </a:ext>
                </a:extLst>
              </a:tr>
              <a:tr h="370840">
                <a:tc>
                  <a:txBody>
                    <a:bodyPr/>
                    <a:lstStyle/>
                    <a:p>
                      <a:r>
                        <a:rPr lang="nl-NL"/>
                        <a:t>Bestand openen in etc-map</a:t>
                      </a:r>
                    </a:p>
                  </a:txBody>
                  <a:tcPr anchor="ctr"/>
                </a:tc>
                <a:tc>
                  <a:txBody>
                    <a:bodyPr/>
                    <a:lstStyle/>
                    <a:p>
                      <a:r>
                        <a:rPr lang="nl-NL"/>
                        <a:t>/etc/hostname</a:t>
                      </a:r>
                    </a:p>
                  </a:txBody>
                  <a:tcPr anchor="ctr"/>
                </a:tc>
                <a:tc>
                  <a:txBody>
                    <a:bodyPr/>
                    <a:lstStyle/>
                    <a:p>
                      <a:r>
                        <a:rPr lang="nl-NL"/>
                        <a:t>../../etc/hostname</a:t>
                      </a:r>
                    </a:p>
                  </a:txBody>
                  <a:tcPr anchor="ctr"/>
                </a:tc>
                <a:extLst>
                  <a:ext uri="{0D108BD9-81ED-4DB2-BD59-A6C34878D82A}">
                    <a16:rowId xmlns:a16="http://schemas.microsoft.com/office/drawing/2014/main" val="368159760"/>
                  </a:ext>
                </a:extLst>
              </a:tr>
              <a:tr h="370840">
                <a:tc>
                  <a:txBody>
                    <a:bodyPr/>
                    <a:lstStyle/>
                    <a:p>
                      <a:r>
                        <a:rPr lang="nl-NL"/>
                        <a:t>Script uitvoeren in huidige map</a:t>
                      </a:r>
                    </a:p>
                  </a:txBody>
                  <a:tcPr anchor="ctr"/>
                </a:tc>
                <a:tc>
                  <a:txBody>
                    <a:bodyPr/>
                    <a:lstStyle/>
                    <a:p>
                      <a:r>
                        <a:rPr lang="nl-NL" dirty="0"/>
                        <a:t>/home/student1/script.sh</a:t>
                      </a:r>
                    </a:p>
                  </a:txBody>
                  <a:tcPr anchor="ctr"/>
                </a:tc>
                <a:tc>
                  <a:txBody>
                    <a:bodyPr/>
                    <a:lstStyle/>
                    <a:p>
                      <a:r>
                        <a:rPr lang="nl-NL"/>
                        <a:t>./script.sh</a:t>
                      </a:r>
                    </a:p>
                  </a:txBody>
                  <a:tcPr anchor="ctr"/>
                </a:tc>
                <a:extLst>
                  <a:ext uri="{0D108BD9-81ED-4DB2-BD59-A6C34878D82A}">
                    <a16:rowId xmlns:a16="http://schemas.microsoft.com/office/drawing/2014/main" val="3964652559"/>
                  </a:ext>
                </a:extLst>
              </a:tr>
              <a:tr h="370840">
                <a:tc>
                  <a:txBody>
                    <a:bodyPr/>
                    <a:lstStyle/>
                    <a:p>
                      <a:r>
                        <a:rPr lang="nl-NL"/>
                        <a:t>Ga naar testmap in eigen home</a:t>
                      </a:r>
                    </a:p>
                  </a:txBody>
                  <a:tcPr anchor="ctr"/>
                </a:tc>
                <a:tc>
                  <a:txBody>
                    <a:bodyPr/>
                    <a:lstStyle/>
                    <a:p>
                      <a:r>
                        <a:rPr lang="nl-NL" dirty="0"/>
                        <a:t>/home/student1/</a:t>
                      </a:r>
                      <a:r>
                        <a:rPr lang="nl-NL" dirty="0" err="1"/>
                        <a:t>testmap</a:t>
                      </a:r>
                      <a:endParaRPr lang="nl-NL" dirty="0"/>
                    </a:p>
                  </a:txBody>
                  <a:tcPr anchor="ctr"/>
                </a:tc>
                <a:tc>
                  <a:txBody>
                    <a:bodyPr/>
                    <a:lstStyle/>
                    <a:p>
                      <a:r>
                        <a:rPr lang="nl-NL" dirty="0" err="1"/>
                        <a:t>testmap</a:t>
                      </a:r>
                      <a:endParaRPr lang="nl-NL" dirty="0"/>
                    </a:p>
                  </a:txBody>
                  <a:tcPr anchor="ctr"/>
                </a:tc>
                <a:extLst>
                  <a:ext uri="{0D108BD9-81ED-4DB2-BD59-A6C34878D82A}">
                    <a16:rowId xmlns:a16="http://schemas.microsoft.com/office/drawing/2014/main" val="4106247586"/>
                  </a:ext>
                </a:extLst>
              </a:tr>
            </a:tbl>
          </a:graphicData>
        </a:graphic>
      </p:graphicFrame>
    </p:spTree>
    <p:extLst>
      <p:ext uri="{BB962C8B-B14F-4D97-AF65-F5344CB8AC3E}">
        <p14:creationId xmlns:p14="http://schemas.microsoft.com/office/powerpoint/2010/main" val="19118948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14366-6061-DB51-51E6-B7730B35566C}"/>
              </a:ext>
            </a:extLst>
          </p:cNvPr>
          <p:cNvSpPr>
            <a:spLocks noGrp="1"/>
          </p:cNvSpPr>
          <p:nvPr>
            <p:ph type="title"/>
          </p:nvPr>
        </p:nvSpPr>
        <p:spPr/>
        <p:txBody>
          <a:bodyPr/>
          <a:lstStyle/>
          <a:p>
            <a:r>
              <a:rPr lang="nl-NL" dirty="0"/>
              <a:t>Absoluut vs. relatief</a:t>
            </a:r>
            <a:endParaRPr lang="en-BE" dirty="0"/>
          </a:p>
        </p:txBody>
      </p:sp>
      <p:sp>
        <p:nvSpPr>
          <p:cNvPr id="3" name="Text Placeholder 2">
            <a:extLst>
              <a:ext uri="{FF2B5EF4-FFF2-40B4-BE49-F238E27FC236}">
                <a16:creationId xmlns:a16="http://schemas.microsoft.com/office/drawing/2014/main" id="{1FB4C4E5-89A6-1787-6435-B1DF09BC10D5}"/>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013B94D4-9CDB-556B-28D7-48FA4E1026E1}"/>
              </a:ext>
            </a:extLst>
          </p:cNvPr>
          <p:cNvSpPr>
            <a:spLocks noGrp="1"/>
          </p:cNvSpPr>
          <p:nvPr>
            <p:ph type="body" sz="quarter" idx="11"/>
          </p:nvPr>
        </p:nvSpPr>
        <p:spPr/>
        <p:txBody>
          <a:bodyPr/>
          <a:lstStyle/>
          <a:p>
            <a:r>
              <a:rPr lang="nl-NL" b="1" dirty="0"/>
              <a:t>Korte oefening</a:t>
            </a:r>
          </a:p>
          <a:p>
            <a:r>
              <a:rPr lang="nl-NL" dirty="0"/>
              <a:t>Open een terminal en typ </a:t>
            </a:r>
            <a:r>
              <a:rPr lang="nl-NL" dirty="0" err="1"/>
              <a:t>pwd</a:t>
            </a:r>
            <a:r>
              <a:rPr lang="nl-NL" dirty="0"/>
              <a:t>. Wat is je huidige map?</a:t>
            </a:r>
          </a:p>
          <a:p>
            <a:r>
              <a:rPr lang="nl-NL" dirty="0"/>
              <a:t>Maak een map aan met </a:t>
            </a:r>
            <a:r>
              <a:rPr lang="nl-NL" dirty="0" err="1"/>
              <a:t>mkdir</a:t>
            </a:r>
            <a:r>
              <a:rPr lang="nl-NL" dirty="0"/>
              <a:t> test. Ga er dan in via: cd test</a:t>
            </a:r>
          </a:p>
          <a:p>
            <a:r>
              <a:rPr lang="nl-NL" dirty="0"/>
              <a:t>Maak een bestand aan met </a:t>
            </a:r>
            <a:r>
              <a:rPr lang="nl-NL" dirty="0" err="1"/>
              <a:t>touch</a:t>
            </a:r>
            <a:r>
              <a:rPr lang="nl-NL" dirty="0"/>
              <a:t> bestand.txt.</a:t>
            </a:r>
          </a:p>
          <a:p>
            <a:r>
              <a:rPr lang="nl-NL" dirty="0"/>
              <a:t>Gebruik </a:t>
            </a:r>
            <a:r>
              <a:rPr lang="nl-NL" dirty="0" err="1"/>
              <a:t>ls</a:t>
            </a:r>
            <a:r>
              <a:rPr lang="nl-NL" dirty="0"/>
              <a:t> ~/test/ om het absolute pad van het bestand te controleren.</a:t>
            </a:r>
          </a:p>
          <a:p>
            <a:r>
              <a:rPr lang="nl-NL" dirty="0"/>
              <a:t>Gebruik nu </a:t>
            </a:r>
            <a:r>
              <a:rPr lang="nl-NL" dirty="0" err="1"/>
              <a:t>ls</a:t>
            </a:r>
            <a:r>
              <a:rPr lang="nl-NL" dirty="0"/>
              <a:t> ../test/ om het relatieve pad te gebruiken vanuit je huidige map.</a:t>
            </a:r>
            <a:endParaRPr lang="en-BE" dirty="0"/>
          </a:p>
        </p:txBody>
      </p:sp>
      <p:sp>
        <p:nvSpPr>
          <p:cNvPr id="5" name="Text Placeholder 4">
            <a:extLst>
              <a:ext uri="{FF2B5EF4-FFF2-40B4-BE49-F238E27FC236}">
                <a16:creationId xmlns:a16="http://schemas.microsoft.com/office/drawing/2014/main" id="{C3039FC8-6075-B6CC-1D0B-3D650116DA86}"/>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716489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F74D1-00F4-5E1C-4ED1-24F1832DFB03}"/>
              </a:ext>
            </a:extLst>
          </p:cNvPr>
          <p:cNvSpPr>
            <a:spLocks noGrp="1"/>
          </p:cNvSpPr>
          <p:nvPr>
            <p:ph type="title"/>
          </p:nvPr>
        </p:nvSpPr>
        <p:spPr/>
        <p:txBody>
          <a:bodyPr/>
          <a:lstStyle/>
          <a:p>
            <a:r>
              <a:rPr lang="nl-NL" dirty="0"/>
              <a:t>Systemen starten en afsluiten</a:t>
            </a:r>
            <a:endParaRPr lang="en-BE" dirty="0"/>
          </a:p>
        </p:txBody>
      </p:sp>
      <p:sp>
        <p:nvSpPr>
          <p:cNvPr id="3" name="Text Placeholder 2">
            <a:extLst>
              <a:ext uri="{FF2B5EF4-FFF2-40B4-BE49-F238E27FC236}">
                <a16:creationId xmlns:a16="http://schemas.microsoft.com/office/drawing/2014/main" id="{B9866DE4-9892-DA1F-77DE-CA7A396AD369}"/>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D054F4DA-0273-F8CF-FB95-72C755D14C1F}"/>
              </a:ext>
            </a:extLst>
          </p:cNvPr>
          <p:cNvSpPr>
            <a:spLocks noGrp="1"/>
          </p:cNvSpPr>
          <p:nvPr>
            <p:ph type="body" sz="quarter" idx="11"/>
          </p:nvPr>
        </p:nvSpPr>
        <p:spPr/>
        <p:txBody>
          <a:bodyPr/>
          <a:lstStyle/>
          <a:p>
            <a:r>
              <a:rPr lang="nl-NL" dirty="0"/>
              <a:t>Starten: gebeurt automatisch bij opstarten van de pc of VM.</a:t>
            </a:r>
          </a:p>
          <a:p>
            <a:r>
              <a:rPr lang="nl-NL" dirty="0"/>
              <a:t>Herstarten (reboot): ververst het systeem, kan helpen bij het oplossen van problemen.</a:t>
            </a:r>
          </a:p>
          <a:p>
            <a:r>
              <a:rPr lang="nl-NL" dirty="0"/>
              <a:t>Afsluiten (</a:t>
            </a:r>
            <a:r>
              <a:rPr lang="nl-NL" dirty="0" err="1"/>
              <a:t>shutdown</a:t>
            </a:r>
            <a:r>
              <a:rPr lang="nl-NL" dirty="0"/>
              <a:t>): zorgt ervoor dat processen correct afgesloten worden. Zonder deze stap kun je gegevensverlies riskeren.</a:t>
            </a:r>
            <a:endParaRPr lang="en-BE" dirty="0"/>
          </a:p>
        </p:txBody>
      </p:sp>
      <p:sp>
        <p:nvSpPr>
          <p:cNvPr id="5" name="Text Placeholder 4">
            <a:extLst>
              <a:ext uri="{FF2B5EF4-FFF2-40B4-BE49-F238E27FC236}">
                <a16:creationId xmlns:a16="http://schemas.microsoft.com/office/drawing/2014/main" id="{2ED8D919-31F5-ADA8-7488-45FCAB561B35}"/>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3508458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94DB0-8776-FD1C-1126-64917EE2A368}"/>
              </a:ext>
            </a:extLst>
          </p:cNvPr>
          <p:cNvSpPr>
            <a:spLocks noGrp="1"/>
          </p:cNvSpPr>
          <p:nvPr>
            <p:ph type="title"/>
          </p:nvPr>
        </p:nvSpPr>
        <p:spPr/>
        <p:txBody>
          <a:bodyPr/>
          <a:lstStyle/>
          <a:p>
            <a:r>
              <a:rPr lang="nl-NL" dirty="0"/>
              <a:t>Oefeningen: Eerste stappen op je </a:t>
            </a:r>
            <a:r>
              <a:rPr lang="nl-NL" dirty="0" err="1"/>
              <a:t>Debian</a:t>
            </a:r>
            <a:r>
              <a:rPr lang="nl-NL" dirty="0"/>
              <a:t>-systeem (CLI)</a:t>
            </a:r>
            <a:endParaRPr lang="en-BE" dirty="0"/>
          </a:p>
        </p:txBody>
      </p:sp>
      <p:sp>
        <p:nvSpPr>
          <p:cNvPr id="3" name="Text Placeholder 2">
            <a:extLst>
              <a:ext uri="{FF2B5EF4-FFF2-40B4-BE49-F238E27FC236}">
                <a16:creationId xmlns:a16="http://schemas.microsoft.com/office/drawing/2014/main" id="{EFF4BDB1-455F-A7C0-0C20-E05524CDEF23}"/>
              </a:ext>
            </a:extLst>
          </p:cNvPr>
          <p:cNvSpPr>
            <a:spLocks noGrp="1"/>
          </p:cNvSpPr>
          <p:nvPr>
            <p:ph type="body" sz="quarter" idx="10"/>
          </p:nvPr>
        </p:nvSpPr>
        <p:spPr/>
        <p:txBody>
          <a:bodyPr>
            <a:normAutofit fontScale="92500" lnSpcReduction="10000"/>
          </a:bodyPr>
          <a:lstStyle/>
          <a:p>
            <a:endParaRPr lang="en-BE"/>
          </a:p>
        </p:txBody>
      </p:sp>
      <p:sp>
        <p:nvSpPr>
          <p:cNvPr id="4" name="Text Placeholder 3">
            <a:extLst>
              <a:ext uri="{FF2B5EF4-FFF2-40B4-BE49-F238E27FC236}">
                <a16:creationId xmlns:a16="http://schemas.microsoft.com/office/drawing/2014/main" id="{04CCC5BE-3041-2673-208E-891EC1A596FD}"/>
              </a:ext>
            </a:extLst>
          </p:cNvPr>
          <p:cNvSpPr>
            <a:spLocks noGrp="1"/>
          </p:cNvSpPr>
          <p:nvPr>
            <p:ph type="body" sz="quarter" idx="11"/>
          </p:nvPr>
        </p:nvSpPr>
        <p:spPr/>
        <p:txBody>
          <a:bodyPr/>
          <a:lstStyle/>
          <a:p>
            <a:endParaRPr lang="en-BE" dirty="0"/>
          </a:p>
        </p:txBody>
      </p:sp>
      <p:sp>
        <p:nvSpPr>
          <p:cNvPr id="5" name="Text Placeholder 4">
            <a:extLst>
              <a:ext uri="{FF2B5EF4-FFF2-40B4-BE49-F238E27FC236}">
                <a16:creationId xmlns:a16="http://schemas.microsoft.com/office/drawing/2014/main" id="{5646EF2F-42AE-D8E0-9B41-4D94B3A7490C}"/>
              </a:ext>
            </a:extLst>
          </p:cNvPr>
          <p:cNvSpPr>
            <a:spLocks noGrp="1"/>
          </p:cNvSpPr>
          <p:nvPr>
            <p:ph type="body" sz="quarter" idx="13"/>
          </p:nvPr>
        </p:nvSpPr>
        <p:spPr/>
        <p:txBody>
          <a:bodyPr/>
          <a:lstStyle/>
          <a:p>
            <a:endParaRPr lang="en-BE"/>
          </a:p>
        </p:txBody>
      </p:sp>
    </p:spTree>
    <p:extLst>
      <p:ext uri="{BB962C8B-B14F-4D97-AF65-F5344CB8AC3E}">
        <p14:creationId xmlns:p14="http://schemas.microsoft.com/office/powerpoint/2010/main" val="869971543"/>
      </p:ext>
    </p:extLst>
  </p:cSld>
  <p:clrMapOvr>
    <a:masterClrMapping/>
  </p:clrMapOvr>
</p:sld>
</file>

<file path=ppt/theme/theme1.xml><?xml version="1.0" encoding="utf-8"?>
<a:theme xmlns:a="http://schemas.openxmlformats.org/drawingml/2006/main" name="Vives Light">
  <a:themeElements>
    <a:clrScheme name="VIVES 21">
      <a:dk1>
        <a:srgbClr val="1E1E1E"/>
      </a:dk1>
      <a:lt1>
        <a:srgbClr val="FFFFFF"/>
      </a:lt1>
      <a:dk2>
        <a:srgbClr val="E00020"/>
      </a:dk2>
      <a:lt2>
        <a:srgbClr val="BDBCA9"/>
      </a:lt2>
      <a:accent1>
        <a:srgbClr val="009CC4"/>
      </a:accent1>
      <a:accent2>
        <a:srgbClr val="7DB928"/>
      </a:accent2>
      <a:accent3>
        <a:srgbClr val="EB7107"/>
      </a:accent3>
      <a:accent4>
        <a:srgbClr val="00B0A6"/>
      </a:accent4>
      <a:accent5>
        <a:srgbClr val="71246C"/>
      </a:accent5>
      <a:accent6>
        <a:srgbClr val="004D9A"/>
      </a:accent6>
      <a:hlink>
        <a:srgbClr val="004C99"/>
      </a:hlink>
      <a:folHlink>
        <a:srgbClr val="702382"/>
      </a:folHlink>
    </a:clrScheme>
    <a:fontScheme name="Vives">
      <a:majorFont>
        <a:latin typeface="Segoe UI Black"/>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b="1" i="0" dirty="0" err="1" smtClean="0">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e2" id="{3E0958AC-692A-482C-8CDA-F7A287286959}" vid="{AED7CACF-C920-402D-B930-58AE91399973}"/>
    </a:ext>
  </a:extLst>
</a:theme>
</file>

<file path=ppt/theme/theme2.xml><?xml version="1.0" encoding="utf-8"?>
<a:theme xmlns:a="http://schemas.openxmlformats.org/drawingml/2006/main" name="Vives Sand">
  <a:themeElements>
    <a:clrScheme name="VIVES 21">
      <a:dk1>
        <a:srgbClr val="1E1E1E"/>
      </a:dk1>
      <a:lt1>
        <a:srgbClr val="FFFFFF"/>
      </a:lt1>
      <a:dk2>
        <a:srgbClr val="E00020"/>
      </a:dk2>
      <a:lt2>
        <a:srgbClr val="BDBCA9"/>
      </a:lt2>
      <a:accent1>
        <a:srgbClr val="009CC4"/>
      </a:accent1>
      <a:accent2>
        <a:srgbClr val="7DB928"/>
      </a:accent2>
      <a:accent3>
        <a:srgbClr val="EB7107"/>
      </a:accent3>
      <a:accent4>
        <a:srgbClr val="00B0A6"/>
      </a:accent4>
      <a:accent5>
        <a:srgbClr val="71246C"/>
      </a:accent5>
      <a:accent6>
        <a:srgbClr val="004D9A"/>
      </a:accent6>
      <a:hlink>
        <a:srgbClr val="004C99"/>
      </a:hlink>
      <a:folHlink>
        <a:srgbClr val="702382"/>
      </a:folHlink>
    </a:clrScheme>
    <a:fontScheme name="Vives">
      <a:majorFont>
        <a:latin typeface="Segoe UI Black"/>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b="1" i="0" dirty="0" err="1" smtClean="0">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e2" id="{3E0958AC-692A-482C-8CDA-F7A287286959}" vid="{C9D47C35-A172-4F1E-87B9-587C6AC1845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hema xmlns="b6bce6f3-de65-48d6-9397-faa97a269bae">marketing en communicatie</thema>
    <subthema xmlns="b6bce6f3-de65-48d6-9397-faa97a269bae">huisstijl</subthema>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2C1CAA22D469040B71D14E8C4E39BE9" ma:contentTypeVersion="13" ma:contentTypeDescription="Een nieuw document maken." ma:contentTypeScope="" ma:versionID="e394ebb7372053692aea87c8b382d4c0">
  <xsd:schema xmlns:xsd="http://www.w3.org/2001/XMLSchema" xmlns:xs="http://www.w3.org/2001/XMLSchema" xmlns:p="http://schemas.microsoft.com/office/2006/metadata/properties" xmlns:ns2="b6bce6f3-de65-48d6-9397-faa97a269bae" xmlns:ns3="98af9011-2013-4d96-8ba2-292391501525" targetNamespace="http://schemas.microsoft.com/office/2006/metadata/properties" ma:root="true" ma:fieldsID="329ff903c5eb27e78cc923a09ad7f6d7" ns2:_="" ns3:_="">
    <xsd:import namespace="b6bce6f3-de65-48d6-9397-faa97a269bae"/>
    <xsd:import namespace="98af9011-2013-4d96-8ba2-292391501525"/>
    <xsd:element name="properties">
      <xsd:complexType>
        <xsd:sequence>
          <xsd:element name="documentManagement">
            <xsd:complexType>
              <xsd:all>
                <xsd:element ref="ns2:thema" minOccurs="0"/>
                <xsd:element ref="ns2:subthema" minOccurs="0"/>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bce6f3-de65-48d6-9397-faa97a269bae" elementFormDefault="qualified">
    <xsd:import namespace="http://schemas.microsoft.com/office/2006/documentManagement/types"/>
    <xsd:import namespace="http://schemas.microsoft.com/office/infopath/2007/PartnerControls"/>
    <xsd:element name="thema" ma:index="2" nillable="true" ma:displayName="thema" ma:format="Dropdown" ma:internalName="thema" ma:readOnly="false">
      <xsd:simpleType>
        <xsd:restriction base="dms:Choice">
          <xsd:enumeration value="onderwijs"/>
          <xsd:enumeration value="onderzoek en ondernemerschap"/>
          <xsd:enumeration value="marketing en communicatie"/>
          <xsd:enumeration value="organisatie en administratie"/>
        </xsd:restriction>
      </xsd:simpleType>
    </xsd:element>
    <xsd:element name="subthema" ma:index="3" nillable="true" ma:displayName="subthema" ma:format="Dropdown" ma:internalName="subthema" ma:readOnly="false">
      <xsd:simpleType>
        <xsd:restriction base="dms:Choice">
          <xsd:enumeration value="afstandsonderwijs"/>
          <xsd:enumeration value="Covid19"/>
          <xsd:enumeration value="ECTS-fiches"/>
          <xsd:enumeration value="evaluatie"/>
          <xsd:enumeration value="internationalisering"/>
          <xsd:enumeration value="kwaliteitszorg"/>
          <xsd:enumeration value="onderwijstechnologie"/>
          <xsd:enumeration value="projectwerk"/>
          <xsd:enumeration value="stage, bachelorproef en werkplekleren"/>
          <xsd:enumeration value="studie- en trajectbegeleiding, ombuds"/>
          <xsd:enumeration value="studiemateriaal"/>
          <xsd:enumeration value="---"/>
          <xsd:enumeration value="dienstverlening"/>
          <xsd:enumeration value="navorming"/>
          <xsd:enumeration value="onderzoek"/>
          <xsd:enumeration value="---"/>
          <xsd:enumeration value="communiceer over je opleiding"/>
          <xsd:enumeration value="evenementen"/>
          <xsd:enumeration value="foto's en video's"/>
          <xsd:enumeration value="huisstijl"/>
          <xsd:enumeration value="nieuwsbrieven"/>
          <xsd:enumeration value="---"/>
          <xsd:enumeration value="facilities"/>
          <xsd:enumeration value="kalender"/>
          <xsd:enumeration value="organisatie"/>
          <xsd:enumeration value="personeel"/>
          <xsd:enumeration value="vademecum"/>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hidden="true" ma:internalName="MediaServiceAutoTags" ma:readOnly="true">
      <xsd:simpleType>
        <xsd:restriction base="dms:Text"/>
      </xsd:simpleType>
    </xsd:element>
    <xsd:element name="MediaServiceOCR" ma:index="14" nillable="true" ma:displayName="Extracted Text" ma:hidden="true" ma:internalName="MediaServiceOCR"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8af9011-2013-4d96-8ba2-292391501525" elementFormDefault="qualified">
    <xsd:import namespace="http://schemas.microsoft.com/office/2006/documentManagement/types"/>
    <xsd:import namespace="http://schemas.microsoft.com/office/infopath/2007/PartnerControls"/>
    <xsd:element name="SharedWithUsers" ma:index="17" nillable="true" ma:displayName="Gedeeld met"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Inhoudstype"/>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423EBF-3A99-4709-A460-CCCFD79A3E35}">
  <ds:schemaRefs>
    <ds:schemaRef ds:uri="http://schemas.microsoft.com/office/2006/metadata/properties"/>
    <ds:schemaRef ds:uri="http://schemas.microsoft.com/office/infopath/2007/PartnerControls"/>
    <ds:schemaRef ds:uri="b6bce6f3-de65-48d6-9397-faa97a269bae"/>
  </ds:schemaRefs>
</ds:datastoreItem>
</file>

<file path=customXml/itemProps2.xml><?xml version="1.0" encoding="utf-8"?>
<ds:datastoreItem xmlns:ds="http://schemas.openxmlformats.org/officeDocument/2006/customXml" ds:itemID="{E10DA093-1DA3-4472-A07B-091A376884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bce6f3-de65-48d6-9397-faa97a269bae"/>
    <ds:schemaRef ds:uri="98af9011-2013-4d96-8ba2-2923915015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C9D7443-0922-4D47-A076-23A2C49450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Vives Template - Algemeen</Template>
  <TotalTime>49</TotalTime>
  <Words>1957</Words>
  <Application>Microsoft Office PowerPoint</Application>
  <PresentationFormat>Widescreen</PresentationFormat>
  <Paragraphs>222</Paragraphs>
  <Slides>39</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39</vt:i4>
      </vt:variant>
    </vt:vector>
  </HeadingPairs>
  <TitlesOfParts>
    <vt:vector size="48" baseType="lpstr">
      <vt:lpstr>Arial</vt:lpstr>
      <vt:lpstr>Segoe UI</vt:lpstr>
      <vt:lpstr>Segoe UI Black</vt:lpstr>
      <vt:lpstr>Segoe UI Light</vt:lpstr>
      <vt:lpstr>Systeemlettertype regulier</vt:lpstr>
      <vt:lpstr>Times New Roman</vt:lpstr>
      <vt:lpstr>Wingdings</vt:lpstr>
      <vt:lpstr>Vives Light</vt:lpstr>
      <vt:lpstr>Vives Sand</vt:lpstr>
      <vt:lpstr>Linux Essentials</vt:lpstr>
      <vt:lpstr>Introductie</vt:lpstr>
      <vt:lpstr>Wat is Linux-systeemadministratie?</vt:lpstr>
      <vt:lpstr>virtuele machine (VM)</vt:lpstr>
      <vt:lpstr>virtuele machine (VM)?</vt:lpstr>
      <vt:lpstr>ISO</vt:lpstr>
      <vt:lpstr>Linux-distributie</vt:lpstr>
      <vt:lpstr>Linux-distributie</vt:lpstr>
      <vt:lpstr>Pakketbeheersysteem</vt:lpstr>
      <vt:lpstr>Debian Linux</vt:lpstr>
      <vt:lpstr>Linux</vt:lpstr>
      <vt:lpstr>Installatie</vt:lpstr>
      <vt:lpstr>Debian - installatie</vt:lpstr>
      <vt:lpstr>Debian - installatie</vt:lpstr>
      <vt:lpstr>Debian - installatie</vt:lpstr>
      <vt:lpstr>Debian - installatie</vt:lpstr>
      <vt:lpstr>Debian - installatie</vt:lpstr>
      <vt:lpstr>Debian - installatie</vt:lpstr>
      <vt:lpstr>Debian rechten user</vt:lpstr>
      <vt:lpstr>Debian - instellen</vt:lpstr>
      <vt:lpstr>Debian - instellen</vt:lpstr>
      <vt:lpstr>Debian – instellen </vt:lpstr>
      <vt:lpstr>Debian installeren</vt:lpstr>
      <vt:lpstr>Bestandshiërarchie</vt:lpstr>
      <vt:lpstr>Bestandshiërarchie</vt:lpstr>
      <vt:lpstr>Bestandshiërarchie</vt:lpstr>
      <vt:lpstr>PowerPoint Presentation</vt:lpstr>
      <vt:lpstr>Beveiliging van systeembestanden</vt:lpstr>
      <vt:lpstr>CLI - Basiscommando’s</vt:lpstr>
      <vt:lpstr>Interactie via opdrachten en standaardkanalen</vt:lpstr>
      <vt:lpstr>Wat je moet weten vóór je met commando’s start</vt:lpstr>
      <vt:lpstr>Basiscommando’s</vt:lpstr>
      <vt:lpstr>Absoluut vs. relatief</vt:lpstr>
      <vt:lpstr>Absoluut vs. relatief</vt:lpstr>
      <vt:lpstr>Absoluut vs. relatief</vt:lpstr>
      <vt:lpstr>Absoluut vs. relatief</vt:lpstr>
      <vt:lpstr>Absoluut vs. relatief</vt:lpstr>
      <vt:lpstr>Systemen starten en afsluiten</vt:lpstr>
      <vt:lpstr>Oefeningen: Eerste stappen op je Debian-systeem (CLI)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Mathieu Leroy</dc:creator>
  <cp:lastModifiedBy>Mathieu Leroy</cp:lastModifiedBy>
  <cp:revision>15</cp:revision>
  <dcterms:created xsi:type="dcterms:W3CDTF">2025-05-23T12:49:34Z</dcterms:created>
  <dcterms:modified xsi:type="dcterms:W3CDTF">2025-05-23T13:39:04Z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0x01010062C1CAA22D469040B71D14E8C4E39BE9</vt:lpwstr>
  </property>
  <property fmtid="{D5CDD505-2E9C-101B-9397-08002B2CF9AE}" pid="3" name="Studiegebied">
    <vt:lpwstr/>
  </property>
  <property fmtid="{D5CDD505-2E9C-101B-9397-08002B2CF9AE}" pid="4" name="Academiejaar">
    <vt:lpwstr>711;#2021-22|beb9d309-e139-4f16-a9ae-9e42fd0d30d6</vt:lpwstr>
  </property>
  <property fmtid="{D5CDD505-2E9C-101B-9397-08002B2CF9AE}" pid="5" name="Campus">
    <vt:lpwstr/>
  </property>
</Properties>
</file>